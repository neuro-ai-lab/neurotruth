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FEBEA"/>
    <a:srgbClr val="267A73"/>
    <a:srgbClr val="418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201" d="100"/>
          <a:sy n="201" d="100"/>
        </p:scale>
        <p:origin x="65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eg"/><Relationship Id="rId5" Type="http://schemas.openxmlformats.org/officeDocument/2006/relationships/image" Target="../media/image16.jpeg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6F9288-9278-45A2-B426-97AE2FDE2A5E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NeuroTruth 통합 사용자 흐름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2637CE6-A38D-4325-9EEA-9F7B6D02F802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A19A78-E81E-4D81-8E6A-CCA63F3A9A25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C811230-F216-4A0B-BD15-84E76793C46E}"/>
              </a:ext>
            </a:extLst>
          </p:cNvPr>
          <p:cNvSpPr>
            <a:spLocks noGrp="1"/>
          </p:cNvSpPr>
          <p:nvPr/>
        </p:nvSpPr>
        <p:spPr>
          <a:xfrm>
            <a:off x="323850" y="838200"/>
            <a:ext cx="8496300" cy="1447800"/>
          </a:xfrm>
          <a:prstGeom prst="roundRect">
            <a:avLst>
              <a:gd name="adj" fmla="val 10526"/>
            </a:avLst>
          </a:prstGeom>
          <a:noFill/>
          <a:ln w="11430">
            <a:solidFill>
              <a:srgbClr val="E5EFED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4D64A0D-6004-4798-AE73-BA419C3B6CFA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123950" cy="228600"/>
          </a:xfrm>
          <a:prstGeom prst="roundRect">
            <a:avLst>
              <a:gd name="adj" fmla="val 50000"/>
            </a:avLst>
          </a:prstGeom>
          <a:solidFill>
            <a:srgbClr val="E9F4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START · 최초 진입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9894785-82F6-4910-A77C-05CF22E87E65}"/>
              </a:ext>
            </a:extLst>
          </p:cNvPr>
          <p:cNvSpPr>
            <a:spLocks noGrp="1"/>
          </p:cNvSpPr>
          <p:nvPr/>
        </p:nvSpPr>
        <p:spPr>
          <a:xfrm>
            <a:off x="1676400" y="1257300"/>
            <a:ext cx="1409700" cy="723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NT-01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DF619E6-1839-413A-AAA1-D01AA917CA24}"/>
              </a:ext>
            </a:extLst>
          </p:cNvPr>
          <p:cNvSpPr>
            <a:spLocks noGrp="1"/>
          </p:cNvSpPr>
          <p:nvPr/>
        </p:nvSpPr>
        <p:spPr>
          <a:xfrm>
            <a:off x="1676400" y="1257300"/>
            <a:ext cx="57150" cy="72390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5A72BB-3186-46B6-9018-FD7FED01A461}"/>
              </a:ext>
            </a:extLst>
          </p:cNvPr>
          <p:cNvSpPr>
            <a:spLocks noGrp="1"/>
          </p:cNvSpPr>
          <p:nvPr/>
        </p:nvSpPr>
        <p:spPr>
          <a:xfrm>
            <a:off x="1828800" y="1466850"/>
            <a:ext cx="1123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제품 안내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1ED0187-2C4C-48F2-B2CC-274A8A4D9947}"/>
              </a:ext>
            </a:extLst>
          </p:cNvPr>
          <p:cNvSpPr>
            <a:spLocks noGrp="1"/>
          </p:cNvSpPr>
          <p:nvPr/>
        </p:nvSpPr>
        <p:spPr>
          <a:xfrm>
            <a:off x="1828800" y="1724025"/>
            <a:ext cx="11239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대상과 한계 확인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69A5E63-6D05-49FF-BC4F-17526614E51E}"/>
              </a:ext>
            </a:extLst>
          </p:cNvPr>
          <p:cNvSpPr>
            <a:spLocks noGrp="1"/>
          </p:cNvSpPr>
          <p:nvPr/>
        </p:nvSpPr>
        <p:spPr>
          <a:xfrm>
            <a:off x="3333750" y="1257300"/>
            <a:ext cx="1409700" cy="723900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NT-02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B18F24E-61CB-48A9-A9D5-FEAB9191A186}"/>
              </a:ext>
            </a:extLst>
          </p:cNvPr>
          <p:cNvSpPr>
            <a:spLocks noGrp="1"/>
          </p:cNvSpPr>
          <p:nvPr/>
        </p:nvSpPr>
        <p:spPr>
          <a:xfrm>
            <a:off x="3333750" y="1257300"/>
            <a:ext cx="57150" cy="72390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103D09-EBEE-4184-A215-D324045C8523}"/>
              </a:ext>
            </a:extLst>
          </p:cNvPr>
          <p:cNvSpPr>
            <a:spLocks noGrp="1"/>
          </p:cNvSpPr>
          <p:nvPr/>
        </p:nvSpPr>
        <p:spPr>
          <a:xfrm>
            <a:off x="3486150" y="1466850"/>
            <a:ext cx="1123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가입 · 로그인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5BA00B-262C-48D9-96AC-3C9FA59A97DB}"/>
              </a:ext>
            </a:extLst>
          </p:cNvPr>
          <p:cNvSpPr>
            <a:spLocks noGrp="1"/>
          </p:cNvSpPr>
          <p:nvPr/>
        </p:nvSpPr>
        <p:spPr>
          <a:xfrm>
            <a:off x="3486150" y="1724025"/>
            <a:ext cx="11239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788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사용자 계정 </a:t>
            </a:r>
            <a:r>
              <a:rPr sz="788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시작</a:t>
            </a:r>
            <a:endParaRPr sz="788" b="0" dirty="0">
              <a:solidFill>
                <a:srgbClr val="5B747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FA7F03F-C0AD-416D-AFB7-E4DE3A53ECD2}"/>
              </a:ext>
            </a:extLst>
          </p:cNvPr>
          <p:cNvSpPr>
            <a:spLocks noGrp="1"/>
          </p:cNvSpPr>
          <p:nvPr/>
        </p:nvSpPr>
        <p:spPr>
          <a:xfrm>
            <a:off x="4991100" y="1257300"/>
            <a:ext cx="1409700" cy="723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NT-03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8AC5F3C-CC05-4D66-8E56-37C701F048A1}"/>
              </a:ext>
            </a:extLst>
          </p:cNvPr>
          <p:cNvSpPr>
            <a:spLocks noGrp="1"/>
          </p:cNvSpPr>
          <p:nvPr/>
        </p:nvSpPr>
        <p:spPr>
          <a:xfrm>
            <a:off x="4991100" y="1257300"/>
            <a:ext cx="57150" cy="72390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1F8FA8D-9EC9-4324-A9B2-AB497651C07B}"/>
              </a:ext>
            </a:extLst>
          </p:cNvPr>
          <p:cNvSpPr>
            <a:spLocks noGrp="1"/>
          </p:cNvSpPr>
          <p:nvPr/>
        </p:nvSpPr>
        <p:spPr>
          <a:xfrm>
            <a:off x="5143500" y="1466850"/>
            <a:ext cx="1123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 · 권한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74E94B6-C85D-4DB1-815E-53DBA417ECA6}"/>
              </a:ext>
            </a:extLst>
          </p:cNvPr>
          <p:cNvSpPr>
            <a:spLocks noGrp="1"/>
          </p:cNvSpPr>
          <p:nvPr/>
        </p:nvSpPr>
        <p:spPr>
          <a:xfrm>
            <a:off x="5143500" y="1724025"/>
            <a:ext cx="11239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필수·선택 항목 저장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5A1E346-120F-4C75-9B6E-E43642F7F715}"/>
              </a:ext>
            </a:extLst>
          </p:cNvPr>
          <p:cNvSpPr>
            <a:spLocks noGrp="1"/>
          </p:cNvSpPr>
          <p:nvPr/>
        </p:nvSpPr>
        <p:spPr>
          <a:xfrm>
            <a:off x="6648450" y="1257300"/>
            <a:ext cx="1409700" cy="723900"/>
          </a:xfrm>
          <a:prstGeom prst="roundRect">
            <a:avLst>
              <a:gd name="adj" fmla="val 0"/>
            </a:avLst>
          </a:prstGeom>
          <a:solidFill>
            <a:srgbClr val="E9F4F2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252373C-CE54-4E41-8B1D-4A424BCC8659}"/>
              </a:ext>
            </a:extLst>
          </p:cNvPr>
          <p:cNvSpPr>
            <a:spLocks noGrp="1"/>
          </p:cNvSpPr>
          <p:nvPr/>
        </p:nvSpPr>
        <p:spPr>
          <a:xfrm>
            <a:off x="6648450" y="1257300"/>
            <a:ext cx="57150" cy="72390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EFBA96A-D1DF-47FC-BEF3-F6D128BC2694}"/>
              </a:ext>
            </a:extLst>
          </p:cNvPr>
          <p:cNvSpPr>
            <a:spLocks noGrp="1"/>
          </p:cNvSpPr>
          <p:nvPr/>
        </p:nvSpPr>
        <p:spPr>
          <a:xfrm>
            <a:off x="6800850" y="1466850"/>
            <a:ext cx="1123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2B16F34-2281-4771-937C-A282655C740E}"/>
              </a:ext>
            </a:extLst>
          </p:cNvPr>
          <p:cNvSpPr>
            <a:spLocks noGrp="1"/>
          </p:cNvSpPr>
          <p:nvPr/>
        </p:nvSpPr>
        <p:spPr>
          <a:xfrm>
            <a:off x="6779418" y="1724025"/>
            <a:ext cx="1223963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상태</a:t>
            </a:r>
            <a:r>
              <a:rPr sz="788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확인과</a:t>
            </a:r>
            <a:r>
              <a:rPr sz="788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기능</a:t>
            </a:r>
            <a:r>
              <a:rPr sz="788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진입</a:t>
            </a:r>
            <a:endParaRPr sz="788" b="0" dirty="0">
              <a:solidFill>
                <a:srgbClr val="5B7470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78" name="직선 화살표 연결선 77"/>
          <p:cNvCxnSpPr>
            <a:stCxn id="8" idx="3"/>
            <a:endCxn id="12" idx="1"/>
          </p:cNvCxnSpPr>
          <p:nvPr/>
        </p:nvCxnSpPr>
        <p:spPr>
          <a:xfrm>
            <a:off x="3086100" y="1619250"/>
            <a:ext cx="247650" cy="0"/>
          </a:xfrm>
          <a:prstGeom prst="straightConnector1">
            <a:avLst/>
          </a:prstGeom>
          <a:ln w="17145">
            <a:solidFill>
              <a:srgbClr val="7D918E"/>
            </a:solidFill>
            <a:prstDash val="solid"/>
            <a:tailEnd type="arrow" w="sm" len="sm"/>
          </a:ln>
        </p:spPr>
      </p:cxnSp>
      <p:cxnSp>
        <p:nvCxnSpPr>
          <p:cNvPr id="79" name="직선 화살표 연결선 78"/>
          <p:cNvCxnSpPr>
            <a:stCxn id="12" idx="3"/>
            <a:endCxn id="16" idx="1"/>
          </p:cNvCxnSpPr>
          <p:nvPr/>
        </p:nvCxnSpPr>
        <p:spPr>
          <a:xfrm>
            <a:off x="4743450" y="1619250"/>
            <a:ext cx="247650" cy="0"/>
          </a:xfrm>
          <a:prstGeom prst="straightConnector1">
            <a:avLst/>
          </a:prstGeom>
          <a:ln w="17145">
            <a:solidFill>
              <a:srgbClr val="7D918E"/>
            </a:solidFill>
            <a:prstDash val="solid"/>
            <a:tailEnd type="arrow" w="sm" len="sm"/>
          </a:ln>
        </p:spPr>
      </p:cxnSp>
      <p:cxnSp>
        <p:nvCxnSpPr>
          <p:cNvPr id="80" name="직선 화살표 연결선 79"/>
          <p:cNvCxnSpPr>
            <a:stCxn id="16" idx="3"/>
            <a:endCxn id="20" idx="1"/>
          </p:cNvCxnSpPr>
          <p:nvPr/>
        </p:nvCxnSpPr>
        <p:spPr>
          <a:xfrm>
            <a:off x="6400800" y="1619250"/>
            <a:ext cx="247650" cy="0"/>
          </a:xfrm>
          <a:prstGeom prst="straightConnector1">
            <a:avLst/>
          </a:prstGeom>
          <a:ln w="17145">
            <a:solidFill>
              <a:srgbClr val="7D918E"/>
            </a:solidFill>
            <a:prstDash val="solid"/>
            <a:tailEnd type="arrow" w="sm" len="sm"/>
          </a:ln>
        </p:spPr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C749894-A013-455E-BDC5-613B8C21EB63}"/>
              </a:ext>
            </a:extLst>
          </p:cNvPr>
          <p:cNvSpPr>
            <a:spLocks noGrp="1"/>
          </p:cNvSpPr>
          <p:nvPr/>
        </p:nvSpPr>
        <p:spPr>
          <a:xfrm>
            <a:off x="323850" y="2438400"/>
            <a:ext cx="8496300" cy="1695450"/>
          </a:xfrm>
          <a:prstGeom prst="roundRect">
            <a:avLst>
              <a:gd name="adj" fmla="val 8989"/>
            </a:avLst>
          </a:prstGeom>
          <a:noFill/>
          <a:ln w="11430">
            <a:solidFill>
              <a:srgbClr val="E5EFED"/>
            </a:solidFill>
            <a:prstDash val="solid"/>
          </a:ln>
        </p:spPr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2C8B42C-D9D4-43FE-8A0C-6C206909EBD2}"/>
              </a:ext>
            </a:extLst>
          </p:cNvPr>
          <p:cNvSpPr>
            <a:spLocks noGrp="1"/>
          </p:cNvSpPr>
          <p:nvPr/>
        </p:nvSpPr>
        <p:spPr>
          <a:xfrm>
            <a:off x="514350" y="2581275"/>
            <a:ext cx="1524000" cy="228600"/>
          </a:xfrm>
          <a:prstGeom prst="roundRect">
            <a:avLst>
              <a:gd name="adj" fmla="val 50000"/>
            </a:avLst>
          </a:prstGeom>
          <a:solidFill>
            <a:srgbClr val="E9F4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DAILY LOOP · 감지와 지원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1ABCEB8-04B9-4364-893A-8BC02ED87DB7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1371600" cy="7429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NT-04R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81A7C70-204D-401C-B2FB-93B4AFF26D4C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57150" cy="74295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6A06D1F-C52E-4C26-AC0B-6421A3E10433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1085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Watch · 얼굴 측정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113E5E-3B0A-4AAD-BA5C-61931439B2D4}"/>
              </a:ext>
            </a:extLst>
          </p:cNvPr>
          <p:cNvSpPr>
            <a:spLocks noGrp="1"/>
          </p:cNvSpPr>
          <p:nvPr/>
        </p:nvSpPr>
        <p:spPr>
          <a:xfrm>
            <a:off x="838200" y="3476625"/>
            <a:ext cx="1085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PPG/GSR 또는 rPPG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C05620A-56E4-426F-9E08-FA0CCE34234F}"/>
              </a:ext>
            </a:extLst>
          </p:cNvPr>
          <p:cNvSpPr>
            <a:spLocks noGrp="1"/>
          </p:cNvSpPr>
          <p:nvPr/>
        </p:nvSpPr>
        <p:spPr>
          <a:xfrm>
            <a:off x="2324100" y="3009900"/>
            <a:ext cx="1371600" cy="7429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NT-05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DF74978-890F-4AFD-B196-01CFE98085C9}"/>
              </a:ext>
            </a:extLst>
          </p:cNvPr>
          <p:cNvSpPr>
            <a:spLocks noGrp="1"/>
          </p:cNvSpPr>
          <p:nvPr/>
        </p:nvSpPr>
        <p:spPr>
          <a:xfrm>
            <a:off x="2324100" y="3009900"/>
            <a:ext cx="57150" cy="74295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A9F494C-198C-4A42-B690-8728BA7E3951}"/>
              </a:ext>
            </a:extLst>
          </p:cNvPr>
          <p:cNvSpPr>
            <a:spLocks noGrp="1"/>
          </p:cNvSpPr>
          <p:nvPr/>
        </p:nvSpPr>
        <p:spPr>
          <a:xfrm>
            <a:off x="2476500" y="3219450"/>
            <a:ext cx="1085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알림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2BC718E-5E22-4AC5-8186-5DD66F193756}"/>
              </a:ext>
            </a:extLst>
          </p:cNvPr>
          <p:cNvSpPr>
            <a:spLocks noGrp="1"/>
          </p:cNvSpPr>
          <p:nvPr/>
        </p:nvSpPr>
        <p:spPr>
          <a:xfrm>
            <a:off x="2476500" y="3476625"/>
            <a:ext cx="1085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지금 대화 / 나중에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13F0EA0-F34C-4CDB-AD0E-CBEC96D8A307}"/>
              </a:ext>
            </a:extLst>
          </p:cNvPr>
          <p:cNvSpPr>
            <a:spLocks noGrp="1"/>
          </p:cNvSpPr>
          <p:nvPr/>
        </p:nvSpPr>
        <p:spPr>
          <a:xfrm>
            <a:off x="3962400" y="3009900"/>
            <a:ext cx="1371600" cy="7429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D68A22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D68A22"/>
                </a:solidFill>
                <a:latin typeface="Malgun Gothic"/>
                <a:ea typeface="Malgun Gothic"/>
                <a:cs typeface="Malgun Gothic"/>
              </a:rPr>
              <a:t>NT-06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D4931DA-FF7C-4497-84FD-06C8EB8BAF2A}"/>
              </a:ext>
            </a:extLst>
          </p:cNvPr>
          <p:cNvSpPr>
            <a:spLocks noGrp="1"/>
          </p:cNvSpPr>
          <p:nvPr/>
        </p:nvSpPr>
        <p:spPr>
          <a:xfrm>
            <a:off x="3962400" y="3009900"/>
            <a:ext cx="57150" cy="742950"/>
          </a:xfrm>
          <a:prstGeom prst="roundRect">
            <a:avLst>
              <a:gd name="adj" fmla="val 50000"/>
            </a:avLst>
          </a:prstGeom>
          <a:solidFill>
            <a:srgbClr val="D68A22"/>
          </a:solidFill>
          <a:ln w="0">
            <a:solidFill>
              <a:srgbClr val="D68A22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9A316DE-96BC-44D3-8061-692CAC1C642F}"/>
              </a:ext>
            </a:extLst>
          </p:cNvPr>
          <p:cNvSpPr>
            <a:spLocks noGrp="1"/>
          </p:cNvSpPr>
          <p:nvPr/>
        </p:nvSpPr>
        <p:spPr>
          <a:xfrm>
            <a:off x="4114800" y="3219450"/>
            <a:ext cx="1085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F41380C-4D3B-4076-A0C3-154DD950CB24}"/>
              </a:ext>
            </a:extLst>
          </p:cNvPr>
          <p:cNvSpPr>
            <a:spLocks noGrp="1"/>
          </p:cNvSpPr>
          <p:nvPr/>
        </p:nvSpPr>
        <p:spPr>
          <a:xfrm>
            <a:off x="4114800" y="3476625"/>
            <a:ext cx="1085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작성 또는 건너뛰기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CEFA860-27F2-4E4E-8684-A37F3F09C8D1}"/>
              </a:ext>
            </a:extLst>
          </p:cNvPr>
          <p:cNvSpPr>
            <a:spLocks noGrp="1"/>
          </p:cNvSpPr>
          <p:nvPr/>
        </p:nvSpPr>
        <p:spPr>
          <a:xfrm>
            <a:off x="5600700" y="3009900"/>
            <a:ext cx="1371600" cy="742950"/>
          </a:xfrm>
          <a:prstGeom prst="roundRect">
            <a:avLst>
              <a:gd name="adj" fmla="val 0"/>
            </a:avLst>
          </a:prstGeom>
          <a:solidFill>
            <a:srgbClr val="E9F4F2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C41DFE48-D2B6-488B-8779-021F93E05BE6}"/>
              </a:ext>
            </a:extLst>
          </p:cNvPr>
          <p:cNvSpPr>
            <a:spLocks noGrp="1"/>
          </p:cNvSpPr>
          <p:nvPr/>
        </p:nvSpPr>
        <p:spPr>
          <a:xfrm>
            <a:off x="5600700" y="3009900"/>
            <a:ext cx="57150" cy="74295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9379277-BA2E-44D0-9CEF-79A7D8263DCB}"/>
              </a:ext>
            </a:extLst>
          </p:cNvPr>
          <p:cNvSpPr>
            <a:spLocks noGrp="1"/>
          </p:cNvSpPr>
          <p:nvPr/>
        </p:nvSpPr>
        <p:spPr>
          <a:xfrm>
            <a:off x="5753100" y="3219450"/>
            <a:ext cx="1085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CFC79A5-A8C4-49CD-A93B-A737C7968056}"/>
              </a:ext>
            </a:extLst>
          </p:cNvPr>
          <p:cNvSpPr>
            <a:spLocks noGrp="1"/>
          </p:cNvSpPr>
          <p:nvPr/>
        </p:nvSpPr>
        <p:spPr>
          <a:xfrm>
            <a:off x="5753100" y="3476625"/>
            <a:ext cx="1085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문자·STT·TTS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7E936996-96A4-491B-A1EE-AE76BDE3CD45}"/>
              </a:ext>
            </a:extLst>
          </p:cNvPr>
          <p:cNvSpPr>
            <a:spLocks noGrp="1"/>
          </p:cNvSpPr>
          <p:nvPr/>
        </p:nvSpPr>
        <p:spPr>
          <a:xfrm>
            <a:off x="7239000" y="3009900"/>
            <a:ext cx="1371600" cy="7429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F71763A5-211A-457A-AB19-93C4C9431BD7}"/>
              </a:ext>
            </a:extLst>
          </p:cNvPr>
          <p:cNvSpPr>
            <a:spLocks noGrp="1"/>
          </p:cNvSpPr>
          <p:nvPr/>
        </p:nvSpPr>
        <p:spPr>
          <a:xfrm>
            <a:off x="7239000" y="3009900"/>
            <a:ext cx="57150" cy="74295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1648BD8-D0DE-46C9-8EBA-843E111EBFDD}"/>
              </a:ext>
            </a:extLst>
          </p:cNvPr>
          <p:cNvSpPr>
            <a:spLocks noGrp="1"/>
          </p:cNvSpPr>
          <p:nvPr/>
        </p:nvSpPr>
        <p:spPr>
          <a:xfrm>
            <a:off x="7391400" y="3219450"/>
            <a:ext cx="1085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ADD4562-53F4-4C50-8C0A-50683508D94B}"/>
              </a:ext>
            </a:extLst>
          </p:cNvPr>
          <p:cNvSpPr>
            <a:spLocks noGrp="1"/>
          </p:cNvSpPr>
          <p:nvPr/>
        </p:nvSpPr>
        <p:spPr>
          <a:xfrm>
            <a:off x="7391400" y="3476625"/>
            <a:ext cx="1085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갈망·이벤트·AUQ</a:t>
            </a:r>
          </a:p>
        </p:txBody>
      </p:sp>
      <p:cxnSp>
        <p:nvCxnSpPr>
          <p:cNvPr id="103" name="직선 화살표 연결선 102"/>
          <p:cNvCxnSpPr>
            <a:stCxn id="29" idx="3"/>
            <a:endCxn id="33" idx="1"/>
          </p:cNvCxnSpPr>
          <p:nvPr/>
        </p:nvCxnSpPr>
        <p:spPr>
          <a:xfrm>
            <a:off x="2057400" y="3381375"/>
            <a:ext cx="266700" cy="0"/>
          </a:xfrm>
          <a:prstGeom prst="straightConnector1">
            <a:avLst/>
          </a:prstGeom>
          <a:ln w="17145">
            <a:solidFill>
              <a:srgbClr val="7D918E"/>
            </a:solidFill>
            <a:prstDash val="solid"/>
            <a:tailEnd type="arrow" w="sm" len="sm"/>
          </a:ln>
        </p:spPr>
      </p:cxnSp>
      <p:cxnSp>
        <p:nvCxnSpPr>
          <p:cNvPr id="104" name="직선 화살표 연결선 103"/>
          <p:cNvCxnSpPr>
            <a:stCxn id="33" idx="3"/>
            <a:endCxn id="37" idx="1"/>
          </p:cNvCxnSpPr>
          <p:nvPr/>
        </p:nvCxnSpPr>
        <p:spPr>
          <a:xfrm>
            <a:off x="3695700" y="3381375"/>
            <a:ext cx="266700" cy="0"/>
          </a:xfrm>
          <a:prstGeom prst="straightConnector1">
            <a:avLst/>
          </a:prstGeom>
          <a:ln w="17145">
            <a:solidFill>
              <a:srgbClr val="7D918E"/>
            </a:solidFill>
            <a:prstDash val="solid"/>
            <a:tailEnd type="arrow" w="sm" len="sm"/>
          </a:ln>
        </p:spPr>
      </p:cxnSp>
      <p:cxnSp>
        <p:nvCxnSpPr>
          <p:cNvPr id="105" name="직선 화살표 연결선 104"/>
          <p:cNvCxnSpPr>
            <a:stCxn id="37" idx="3"/>
            <a:endCxn id="41" idx="1"/>
          </p:cNvCxnSpPr>
          <p:nvPr/>
        </p:nvCxnSpPr>
        <p:spPr>
          <a:xfrm>
            <a:off x="5334000" y="3381375"/>
            <a:ext cx="266700" cy="0"/>
          </a:xfrm>
          <a:prstGeom prst="straightConnector1">
            <a:avLst/>
          </a:prstGeom>
          <a:ln w="17145">
            <a:solidFill>
              <a:srgbClr val="7D918E"/>
            </a:solidFill>
            <a:prstDash val="solid"/>
            <a:tailEnd type="arrow" w="sm" len="sm"/>
          </a:ln>
        </p:spPr>
      </p:cxnSp>
      <p:cxnSp>
        <p:nvCxnSpPr>
          <p:cNvPr id="106" name="직선 화살표 연결선 105"/>
          <p:cNvCxnSpPr>
            <a:stCxn id="41" idx="3"/>
            <a:endCxn id="45" idx="1"/>
          </p:cNvCxnSpPr>
          <p:nvPr/>
        </p:nvCxnSpPr>
        <p:spPr>
          <a:xfrm>
            <a:off x="6972300" y="3381375"/>
            <a:ext cx="266700" cy="0"/>
          </a:xfrm>
          <a:prstGeom prst="straightConnector1">
            <a:avLst/>
          </a:prstGeom>
          <a:ln w="17145">
            <a:solidFill>
              <a:srgbClr val="7D918E"/>
            </a:solidFill>
            <a:prstDash val="solid"/>
            <a:tailEnd type="arrow" w="sm" len="sm"/>
          </a:ln>
        </p:spPr>
      </p:cxn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0B769A9C-498D-43A5-9300-F5806596FCDC}"/>
              </a:ext>
            </a:extLst>
          </p:cNvPr>
          <p:cNvSpPr>
            <a:spLocks noGrp="1"/>
          </p:cNvSpPr>
          <p:nvPr/>
        </p:nvSpPr>
        <p:spPr>
          <a:xfrm>
            <a:off x="2819400" y="4305300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172A46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하단 탭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552C6DC5-6611-446C-AE6B-774171FBE00A}"/>
              </a:ext>
            </a:extLst>
          </p:cNvPr>
          <p:cNvSpPr>
            <a:spLocks noGrp="1"/>
          </p:cNvSpPr>
          <p:nvPr/>
        </p:nvSpPr>
        <p:spPr>
          <a:xfrm>
            <a:off x="3638550" y="4305300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E9F4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6BD4027A-9C2F-45FE-8838-4045506CE9E9}"/>
              </a:ext>
            </a:extLst>
          </p:cNvPr>
          <p:cNvSpPr>
            <a:spLocks noGrp="1"/>
          </p:cNvSpPr>
          <p:nvPr/>
        </p:nvSpPr>
        <p:spPr>
          <a:xfrm>
            <a:off x="4419600" y="4305300"/>
            <a:ext cx="933450" cy="247650"/>
          </a:xfrm>
          <a:prstGeom prst="roundRect">
            <a:avLst>
              <a:gd name="adj" fmla="val 50000"/>
            </a:avLst>
          </a:prstGeom>
          <a:solidFill>
            <a:srgbClr val="E9F4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72EB3D7-48F2-4629-A64B-6593F0D98094}"/>
              </a:ext>
            </a:extLst>
          </p:cNvPr>
          <p:cNvSpPr>
            <a:spLocks noGrp="1"/>
          </p:cNvSpPr>
          <p:nvPr/>
        </p:nvSpPr>
        <p:spPr>
          <a:xfrm>
            <a:off x="5429250" y="4305300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E9F4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</p:spTree>
    <p:extLst>
      <p:ext uri="{BB962C8B-B14F-4D97-AF65-F5344CB8AC3E}">
        <p14:creationId xmlns:p14="http://schemas.microsoft.com/office/powerpoint/2010/main" val="714808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01DC0F-DB2A-4026-AB02-D68110568DF7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시작 — 안내 · 가입 · 동의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DD46B6-FD02-4808-85D5-756227C9A227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ADBBFE-2C6D-4368-A9BC-CA77524E0BFE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7A9A1EA-2D07-4918-B0B5-2CDB4C176A42}"/>
              </a:ext>
            </a:extLst>
          </p:cNvPr>
          <p:cNvSpPr>
            <a:spLocks noGrp="1"/>
          </p:cNvSpPr>
          <p:nvPr/>
        </p:nvSpPr>
        <p:spPr>
          <a:xfrm>
            <a:off x="419100" y="990600"/>
            <a:ext cx="1499616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NT-01 · 제품 안내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F441844-98CB-41CA-A26C-A446B970E7F5}"/>
              </a:ext>
            </a:extLst>
          </p:cNvPr>
          <p:cNvSpPr>
            <a:spLocks noGrp="1"/>
          </p:cNvSpPr>
          <p:nvPr/>
        </p:nvSpPr>
        <p:spPr>
          <a:xfrm>
            <a:off x="2114550" y="990600"/>
            <a:ext cx="1499616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NT-02 · 가입 · 로그인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950265E-7018-4FDC-AB10-FAEB31502EF3}"/>
              </a:ext>
            </a:extLst>
          </p:cNvPr>
          <p:cNvSpPr>
            <a:spLocks noGrp="1"/>
          </p:cNvSpPr>
          <p:nvPr/>
        </p:nvSpPr>
        <p:spPr>
          <a:xfrm>
            <a:off x="3810000" y="990600"/>
            <a:ext cx="1499616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NT-03 · 동의 · 권한</a:t>
            </a:r>
          </a:p>
        </p:txBody>
      </p:sp>
      <p:pic>
        <p:nvPicPr>
          <p:cNvPr id="32" name="그림 29"/>
          <p:cNvPicPr>
            <a:picLocks noChangeAspect="1"/>
          </p:cNvPicPr>
          <p:nvPr/>
        </p:nvPicPr>
        <p:blipFill>
          <a:blip r:embed="rId3"/>
          <a:srcRect t="1296" b="1296"/>
          <a:stretch>
            <a:fillRect/>
          </a:stretch>
        </p:blipFill>
        <p:spPr>
          <a:xfrm>
            <a:off x="419100" y="1200150"/>
            <a:ext cx="1499616" cy="32461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그림 30"/>
          <p:cNvPicPr>
            <a:picLocks noChangeAspect="1"/>
          </p:cNvPicPr>
          <p:nvPr/>
        </p:nvPicPr>
        <p:blipFill>
          <a:blip r:embed="rId4"/>
          <a:srcRect t="1296" b="1296"/>
          <a:stretch>
            <a:fillRect/>
          </a:stretch>
        </p:blipFill>
        <p:spPr>
          <a:xfrm>
            <a:off x="2114550" y="1200150"/>
            <a:ext cx="1499616" cy="32461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그림 31"/>
          <p:cNvPicPr>
            <a:picLocks noChangeAspect="1"/>
          </p:cNvPicPr>
          <p:nvPr/>
        </p:nvPicPr>
        <p:blipFill>
          <a:blip r:embed="rId5"/>
          <a:srcRect t="1296" b="1296"/>
          <a:stretch>
            <a:fillRect/>
          </a:stretch>
        </p:blipFill>
        <p:spPr>
          <a:xfrm>
            <a:off x="3810000" y="1200150"/>
            <a:ext cx="1499616" cy="32461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1E8AC91-CABD-4352-88D3-734CA265E124}"/>
              </a:ext>
            </a:extLst>
          </p:cNvPr>
          <p:cNvSpPr>
            <a:spLocks noGrp="1"/>
          </p:cNvSpPr>
          <p:nvPr/>
        </p:nvSpPr>
        <p:spPr>
          <a:xfrm>
            <a:off x="5657850" y="1200150"/>
            <a:ext cx="31623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410F668-7858-4CBC-AF5B-E8EFEB8025D5}"/>
              </a:ext>
            </a:extLst>
          </p:cNvPr>
          <p:cNvSpPr>
            <a:spLocks noGrp="1"/>
          </p:cNvSpPr>
          <p:nvPr/>
        </p:nvSpPr>
        <p:spPr>
          <a:xfrm>
            <a:off x="5791200" y="13335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5FBC9C2-35AF-421F-92F5-486A7F8D307F}"/>
              </a:ext>
            </a:extLst>
          </p:cNvPr>
          <p:cNvSpPr>
            <a:spLocks noGrp="1"/>
          </p:cNvSpPr>
          <p:nvPr/>
        </p:nvSpPr>
        <p:spPr>
          <a:xfrm>
            <a:off x="5791200" y="13335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DA3AB8D-2265-4944-A161-CE79FFB634E4}"/>
              </a:ext>
            </a:extLst>
          </p:cNvPr>
          <p:cNvSpPr>
            <a:spLocks noGrp="1"/>
          </p:cNvSpPr>
          <p:nvPr/>
        </p:nvSpPr>
        <p:spPr>
          <a:xfrm>
            <a:off x="6153150" y="1295400"/>
            <a:ext cx="25146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안내 후 가입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8CB577-274C-42D8-818C-235B133FE04B}"/>
              </a:ext>
            </a:extLst>
          </p:cNvPr>
          <p:cNvSpPr>
            <a:spLocks noGrp="1"/>
          </p:cNvSpPr>
          <p:nvPr/>
        </p:nvSpPr>
        <p:spPr>
          <a:xfrm>
            <a:off x="5810250" y="1657350"/>
            <a:ext cx="2857500" cy="971550"/>
          </a:xfrm>
          <a:prstGeom prst="roundRect">
            <a:avLst>
              <a:gd name="adj" fmla="val 784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대상과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한계를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먼저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설명한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뒤 </a:t>
            </a:r>
            <a:r>
              <a:rPr lang="ko-KR" altLang="en-US" sz="105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사용자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가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직접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가입합니다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전에는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하단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탭을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표시하지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않습니다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65C995D-6487-4C00-BF9E-FB4F05390AEA}"/>
              </a:ext>
            </a:extLst>
          </p:cNvPr>
          <p:cNvSpPr>
            <a:spLocks noGrp="1"/>
          </p:cNvSpPr>
          <p:nvPr/>
        </p:nvSpPr>
        <p:spPr>
          <a:xfrm>
            <a:off x="5657850" y="2914650"/>
            <a:ext cx="31623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9E9DEE0-F60C-4514-BA6F-3A402368B726}"/>
              </a:ext>
            </a:extLst>
          </p:cNvPr>
          <p:cNvSpPr>
            <a:spLocks noGrp="1"/>
          </p:cNvSpPr>
          <p:nvPr/>
        </p:nvSpPr>
        <p:spPr>
          <a:xfrm>
            <a:off x="5791200" y="30480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28E4DDB-694B-4ED3-B33C-D568A2F63772}"/>
              </a:ext>
            </a:extLst>
          </p:cNvPr>
          <p:cNvSpPr>
            <a:spLocks noGrp="1"/>
          </p:cNvSpPr>
          <p:nvPr/>
        </p:nvSpPr>
        <p:spPr>
          <a:xfrm>
            <a:off x="5791200" y="30480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4323B78-49E0-4714-9E09-126454AB485E}"/>
              </a:ext>
            </a:extLst>
          </p:cNvPr>
          <p:cNvSpPr>
            <a:spLocks noGrp="1"/>
          </p:cNvSpPr>
          <p:nvPr/>
        </p:nvSpPr>
        <p:spPr>
          <a:xfrm>
            <a:off x="6153150" y="3009900"/>
            <a:ext cx="25146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동의와 권한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07429BF-3545-4FFD-85D6-6E4CD5370E1E}"/>
              </a:ext>
            </a:extLst>
          </p:cNvPr>
          <p:cNvSpPr>
            <a:spLocks noGrp="1"/>
          </p:cNvSpPr>
          <p:nvPr/>
        </p:nvSpPr>
        <p:spPr>
          <a:xfrm>
            <a:off x="5810250" y="3371850"/>
            <a:ext cx="2857500" cy="971550"/>
          </a:xfrm>
          <a:prstGeom prst="roundRect">
            <a:avLst>
              <a:gd name="adj" fmla="val 784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음성·카메라는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선택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관리하고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기능을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처음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열 때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마이크·카메라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권한을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요청합니다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저장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홈으로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이동합니다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CF02CDC-7E5A-4E88-A130-FAE90B1BBAE5}"/>
              </a:ext>
            </a:extLst>
          </p:cNvPr>
          <p:cNvSpPr/>
          <p:nvPr/>
        </p:nvSpPr>
        <p:spPr>
          <a:xfrm>
            <a:off x="2182494" y="1510903"/>
            <a:ext cx="1363727" cy="2166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15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2698EF5-275E-43C4-B1A7-BAC9DDFF578E}"/>
              </a:ext>
            </a:extLst>
          </p:cNvPr>
          <p:cNvSpPr>
            <a:spLocks noGrp="1"/>
          </p:cNvSpPr>
          <p:nvPr/>
        </p:nvSpPr>
        <p:spPr>
          <a:xfrm>
            <a:off x="704962" y="1238249"/>
            <a:ext cx="1887215" cy="32834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FE68876-297C-4827-AE67-5351AA911524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 — 갈망 상태 · 선택형 Watch · 얼굴 측정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51C7DC-8341-470D-AC6F-89C3A737D83B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5749C8-CBD1-4D39-BEDA-17838E21681A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42A2267-CBCF-43A7-AE84-A88CC602D566}"/>
              </a:ext>
            </a:extLst>
          </p:cNvPr>
          <p:cNvSpPr>
            <a:spLocks noGrp="1"/>
          </p:cNvSpPr>
          <p:nvPr/>
        </p:nvSpPr>
        <p:spPr>
          <a:xfrm>
            <a:off x="3067050" y="909638"/>
            <a:ext cx="57531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D9DF939-8699-45BA-A5DB-BB854D2F6C9D}"/>
              </a:ext>
            </a:extLst>
          </p:cNvPr>
          <p:cNvSpPr>
            <a:spLocks noGrp="1"/>
          </p:cNvSpPr>
          <p:nvPr/>
        </p:nvSpPr>
        <p:spPr>
          <a:xfrm>
            <a:off x="3200400" y="1042988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A8E7131-9C58-484D-B009-F1874B48FB60}"/>
              </a:ext>
            </a:extLst>
          </p:cNvPr>
          <p:cNvSpPr>
            <a:spLocks noGrp="1"/>
          </p:cNvSpPr>
          <p:nvPr/>
        </p:nvSpPr>
        <p:spPr>
          <a:xfrm>
            <a:off x="3200400" y="1042988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83C6993-0594-4A19-8AC2-14302471307F}"/>
              </a:ext>
            </a:extLst>
          </p:cNvPr>
          <p:cNvSpPr>
            <a:spLocks noGrp="1"/>
          </p:cNvSpPr>
          <p:nvPr/>
        </p:nvSpPr>
        <p:spPr>
          <a:xfrm>
            <a:off x="3562350" y="1004888"/>
            <a:ext cx="51054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프로필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DCBAFD8-C422-4916-8E29-4C2BB5020D06}"/>
              </a:ext>
            </a:extLst>
          </p:cNvPr>
          <p:cNvSpPr>
            <a:spLocks noGrp="1"/>
          </p:cNvSpPr>
          <p:nvPr/>
        </p:nvSpPr>
        <p:spPr>
          <a:xfrm>
            <a:off x="3219450" y="1366838"/>
            <a:ext cx="544830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사용자 요약을 첫 카드로 보여 줍니다</a:t>
            </a:r>
            <a:r>
              <a:rPr lang="en-US" altLang="ko-KR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계정</a:t>
            </a:r>
            <a:r>
              <a:rPr lang="en-US" altLang="ko-KR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lang="ko-KR" alt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</a:t>
            </a:r>
            <a:r>
              <a:rPr lang="en-US" altLang="ko-KR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lang="ko-KR" alt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권한은 우측 상단 설정에서 엽니다</a:t>
            </a:r>
            <a:r>
              <a:rPr lang="en-US" altLang="ko-KR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C30AA38-ECFC-40A5-87FC-211140FCF8EE}"/>
              </a:ext>
            </a:extLst>
          </p:cNvPr>
          <p:cNvSpPr>
            <a:spLocks noGrp="1"/>
          </p:cNvSpPr>
          <p:nvPr/>
        </p:nvSpPr>
        <p:spPr>
          <a:xfrm>
            <a:off x="3067051" y="1934909"/>
            <a:ext cx="57531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158B547-0FA5-4F54-8471-CA3FF32C6C81}"/>
              </a:ext>
            </a:extLst>
          </p:cNvPr>
          <p:cNvSpPr>
            <a:spLocks noGrp="1"/>
          </p:cNvSpPr>
          <p:nvPr/>
        </p:nvSpPr>
        <p:spPr>
          <a:xfrm>
            <a:off x="3200400" y="2101787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93251F6-C530-4D57-9052-4004CC0E9064}"/>
              </a:ext>
            </a:extLst>
          </p:cNvPr>
          <p:cNvSpPr>
            <a:spLocks noGrp="1"/>
          </p:cNvSpPr>
          <p:nvPr/>
        </p:nvSpPr>
        <p:spPr>
          <a:xfrm>
            <a:off x="3200400" y="2101787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F37EFB6-036E-41B7-8689-76AB82685B8D}"/>
              </a:ext>
            </a:extLst>
          </p:cNvPr>
          <p:cNvSpPr>
            <a:spLocks noGrp="1"/>
          </p:cNvSpPr>
          <p:nvPr/>
        </p:nvSpPr>
        <p:spPr>
          <a:xfrm>
            <a:off x="3562350" y="2063687"/>
            <a:ext cx="51054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상태 · 얼굴 측정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A86EB39-26F7-44EF-98C2-F230FC461DF4}"/>
              </a:ext>
            </a:extLst>
          </p:cNvPr>
          <p:cNvSpPr>
            <a:spLocks noGrp="1"/>
          </p:cNvSpPr>
          <p:nvPr/>
        </p:nvSpPr>
        <p:spPr>
          <a:xfrm>
            <a:off x="3219450" y="2425637"/>
            <a:ext cx="5448300" cy="552450"/>
          </a:xfrm>
          <a:prstGeom prst="roundRect">
            <a:avLst>
              <a:gd name="adj" fmla="val 1379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4단계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문구로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표시합니다</a:t>
            </a:r>
            <a:r>
              <a:rPr lang="en-US" sz="105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05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상세 내용 하단 문구 </a:t>
            </a:r>
            <a:r>
              <a:rPr lang="en-US" altLang="ko-KR" sz="105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4</a:t>
            </a:r>
            <a:r>
              <a:rPr lang="ko-KR" altLang="en-US" sz="105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개</a:t>
            </a:r>
            <a:r>
              <a:rPr lang="en-US" altLang="ko-KR" sz="105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)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측정은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서버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준비가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완료된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경우에만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실행합니다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  <a:r>
              <a:rPr 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오른쪽 하단에 측정 일자 및 측정 기기 표기 합니다</a:t>
            </a:r>
            <a:r>
              <a:rPr lang="en-US" altLang="ko-KR" sz="105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050" b="0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5AADC70-517D-4175-B7CC-138F54140481}"/>
              </a:ext>
            </a:extLst>
          </p:cNvPr>
          <p:cNvSpPr>
            <a:spLocks noGrp="1"/>
          </p:cNvSpPr>
          <p:nvPr/>
        </p:nvSpPr>
        <p:spPr>
          <a:xfrm>
            <a:off x="3067050" y="3101312"/>
            <a:ext cx="57531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0F0778B-B9B1-4042-9382-D68326BAFD0D}"/>
              </a:ext>
            </a:extLst>
          </p:cNvPr>
          <p:cNvSpPr>
            <a:spLocks noGrp="1"/>
          </p:cNvSpPr>
          <p:nvPr/>
        </p:nvSpPr>
        <p:spPr>
          <a:xfrm>
            <a:off x="3200400" y="3234662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9BCBD32-B3F6-4148-891A-DDD66FC610BB}"/>
              </a:ext>
            </a:extLst>
          </p:cNvPr>
          <p:cNvSpPr>
            <a:spLocks noGrp="1"/>
          </p:cNvSpPr>
          <p:nvPr/>
        </p:nvSpPr>
        <p:spPr>
          <a:xfrm>
            <a:off x="3200400" y="3234662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BB4CBA0-B344-40FD-94D3-BCDD5EC44207}"/>
              </a:ext>
            </a:extLst>
          </p:cNvPr>
          <p:cNvSpPr>
            <a:spLocks noGrp="1"/>
          </p:cNvSpPr>
          <p:nvPr/>
        </p:nvSpPr>
        <p:spPr>
          <a:xfrm>
            <a:off x="3562350" y="3196562"/>
            <a:ext cx="51054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Watch 선택 · 얼굴 대체 측정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860FE89-C4BB-4AFD-BD67-B4110EE94BB8}"/>
              </a:ext>
            </a:extLst>
          </p:cNvPr>
          <p:cNvSpPr>
            <a:spLocks noGrp="1"/>
          </p:cNvSpPr>
          <p:nvPr/>
        </p:nvSpPr>
        <p:spPr>
          <a:xfrm>
            <a:off x="3219450" y="3513420"/>
            <a:ext cx="544830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연결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시 Watch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모니터링과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보조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버튼을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유지합니다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미연결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시 20초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측정을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주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동작으로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제공합니다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  <a:r>
              <a:rPr 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sz="105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Watch</a:t>
            </a:r>
            <a:r>
              <a:rPr lang="ko-KR" altLang="en-US" sz="105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가 연결되지 않은 상태에서 카메라로 측정 버튼 활성화 합니다</a:t>
            </a:r>
            <a:r>
              <a:rPr lang="en-US" altLang="ko-KR" sz="105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050" b="0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D865C4-9D0B-431C-A161-CBE74E3A0CC6}"/>
              </a:ext>
            </a:extLst>
          </p:cNvPr>
          <p:cNvSpPr>
            <a:spLocks noGrp="1"/>
          </p:cNvSpPr>
          <p:nvPr/>
        </p:nvSpPr>
        <p:spPr>
          <a:xfrm>
            <a:off x="1047750" y="1023937"/>
            <a:ext cx="11430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 · 홈</a:t>
            </a:r>
          </a:p>
        </p:txBody>
      </p:sp>
      <p:pic>
        <p:nvPicPr>
          <p:cNvPr id="47" name="그림 27"/>
          <p:cNvPicPr>
            <a:picLocks noChangeAspect="1"/>
          </p:cNvPicPr>
          <p:nvPr/>
        </p:nvPicPr>
        <p:blipFill rotWithShape="1">
          <a:blip r:embed="rId3"/>
          <a:srcRect l="14" r="14" b="72186"/>
          <a:stretch/>
        </p:blipFill>
        <p:spPr>
          <a:xfrm>
            <a:off x="704962" y="1238250"/>
            <a:ext cx="1887215" cy="1166792"/>
          </a:xfrm>
          <a:prstGeom prst="rect">
            <a:avLst/>
          </a:prstGeom>
          <a:ln>
            <a:noFill/>
          </a:ln>
        </p:spPr>
      </p:pic>
      <p:pic>
        <p:nvPicPr>
          <p:cNvPr id="48" name="그림 5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7F9FB"/>
              </a:clrFrom>
              <a:clrTo>
                <a:srgbClr val="F7F9FB">
                  <a:alpha val="0"/>
                </a:srgbClr>
              </a:clrTo>
            </a:clrChange>
          </a:blip>
          <a:srcRect t="21744" b="49745"/>
          <a:stretch/>
        </p:blipFill>
        <p:spPr>
          <a:xfrm>
            <a:off x="703383" y="2405043"/>
            <a:ext cx="1888794" cy="1166792"/>
          </a:xfrm>
          <a:prstGeom prst="rect">
            <a:avLst/>
          </a:prstGeom>
        </p:spPr>
      </p:pic>
      <p:pic>
        <p:nvPicPr>
          <p:cNvPr id="49" name="그림 24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7F9FB"/>
              </a:clrFrom>
              <a:clrTo>
                <a:srgbClr val="F7F9FB">
                  <a:alpha val="0"/>
                </a:srgbClr>
              </a:clrTo>
            </a:clrChange>
          </a:blip>
          <a:srcRect t="76747"/>
          <a:stretch/>
        </p:blipFill>
        <p:spPr>
          <a:xfrm>
            <a:off x="704962" y="3570959"/>
            <a:ext cx="1888794" cy="95162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C2A2A73-FFF2-45B2-B291-74FFA02869AF}"/>
              </a:ext>
            </a:extLst>
          </p:cNvPr>
          <p:cNvSpPr txBox="1"/>
          <p:nvPr/>
        </p:nvSpPr>
        <p:spPr>
          <a:xfrm>
            <a:off x="1647780" y="3975107"/>
            <a:ext cx="8101965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ko-KR" altLang="en-US" sz="1050" dirty="0"/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ko-KR" altLang="en-US" sz="1050" dirty="0"/>
              <a:t>안전</a:t>
            </a:r>
            <a:r>
              <a:rPr lang="en-US" altLang="ko-KR" sz="1050" dirty="0"/>
              <a:t>: </a:t>
            </a:r>
            <a:r>
              <a:rPr lang="ko-KR" altLang="en-US" sz="1050" dirty="0"/>
              <a:t>아무 문제 없어요</a:t>
            </a:r>
            <a:r>
              <a:rPr lang="en-US" altLang="ko-KR" sz="1050" dirty="0"/>
              <a:t>!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ko-KR" altLang="en-US" sz="1050" dirty="0"/>
              <a:t>관찰</a:t>
            </a:r>
            <a:r>
              <a:rPr lang="en-US" altLang="ko-KR" sz="1050" dirty="0"/>
              <a:t>: </a:t>
            </a:r>
            <a:r>
              <a:rPr lang="ko-KR" altLang="en-US" sz="1050" dirty="0"/>
              <a:t>관찰이 필요해요</a:t>
            </a:r>
            <a:r>
              <a:rPr lang="en-US" altLang="ko-KR" sz="1050" dirty="0"/>
              <a:t>, </a:t>
            </a:r>
            <a:r>
              <a:rPr lang="ko-KR" altLang="en-US" sz="1050" dirty="0"/>
              <a:t>심각하진 않아요</a:t>
            </a:r>
            <a:r>
              <a:rPr lang="en-US" altLang="ko-KR" sz="1050" dirty="0"/>
              <a:t>!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ko-KR" altLang="en-US" sz="1050" dirty="0"/>
              <a:t>주의</a:t>
            </a:r>
            <a:r>
              <a:rPr lang="en-US" altLang="ko-KR" sz="1050" dirty="0"/>
              <a:t>: </a:t>
            </a:r>
            <a:r>
              <a:rPr lang="ko-KR" altLang="en-US" sz="1050" dirty="0"/>
              <a:t>주의가 필요해요</a:t>
            </a:r>
            <a:r>
              <a:rPr lang="en-US" altLang="ko-KR" sz="1050" dirty="0"/>
              <a:t>, </a:t>
            </a:r>
            <a:r>
              <a:rPr lang="ko-KR" altLang="en-US" sz="1050" dirty="0"/>
              <a:t>술이 드시고 </a:t>
            </a:r>
            <a:r>
              <a:rPr lang="ko-KR" altLang="en-US" sz="1050" dirty="0" err="1"/>
              <a:t>싶으신가요</a:t>
            </a:r>
            <a:r>
              <a:rPr lang="en-US" altLang="ko-KR" sz="1050" dirty="0"/>
              <a:t>?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ko-KR" altLang="en-US" sz="1050" dirty="0"/>
              <a:t>위험</a:t>
            </a:r>
            <a:r>
              <a:rPr lang="en-US" altLang="ko-KR" sz="1050" dirty="0"/>
              <a:t>: </a:t>
            </a:r>
            <a:r>
              <a:rPr lang="ko-KR" altLang="en-US" sz="1050" dirty="0"/>
              <a:t>갈망이 </a:t>
            </a:r>
            <a:r>
              <a:rPr lang="ko-KR" altLang="en-US" sz="1050" dirty="0" err="1"/>
              <a:t>심해보여요</a:t>
            </a:r>
            <a:r>
              <a:rPr lang="en-US" altLang="ko-KR" sz="1050" dirty="0"/>
              <a:t>. </a:t>
            </a:r>
            <a:r>
              <a:rPr lang="ko-KR" altLang="en-US" sz="1050" dirty="0" err="1"/>
              <a:t>챗봇과</a:t>
            </a:r>
            <a:r>
              <a:rPr lang="ko-KR" altLang="en-US" sz="1050" dirty="0"/>
              <a:t> 대화를 시작할까요</a:t>
            </a:r>
            <a:r>
              <a:rPr lang="en-US" altLang="ko-KR" sz="1050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302241-9CC0-400F-AD95-E7D5180FF2E7}"/>
              </a:ext>
            </a:extLst>
          </p:cNvPr>
          <p:cNvSpPr txBox="1"/>
          <p:nvPr/>
        </p:nvSpPr>
        <p:spPr>
          <a:xfrm>
            <a:off x="928001" y="2883848"/>
            <a:ext cx="455504" cy="253916"/>
          </a:xfrm>
          <a:prstGeom prst="rect">
            <a:avLst/>
          </a:prstGeom>
          <a:solidFill>
            <a:srgbClr val="DFEBEA"/>
          </a:solidFill>
        </p:spPr>
        <p:txBody>
          <a:bodyPr wrap="square" rtlCol="0">
            <a:spAutoFit/>
          </a:bodyPr>
          <a:lstStyle/>
          <a:p>
            <a:r>
              <a:rPr lang="ko-KR" altLang="en-US" sz="1050" b="1" dirty="0"/>
              <a:t>안전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876DF1-1329-48E1-AA23-832ECFF9424D}"/>
              </a:ext>
            </a:extLst>
          </p:cNvPr>
          <p:cNvSpPr/>
          <p:nvPr/>
        </p:nvSpPr>
        <p:spPr>
          <a:xfrm>
            <a:off x="1481138" y="2524124"/>
            <a:ext cx="822536" cy="359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6A8D14-BB20-46A8-A663-A91348ECA366}"/>
              </a:ext>
            </a:extLst>
          </p:cNvPr>
          <p:cNvSpPr txBox="1"/>
          <p:nvPr/>
        </p:nvSpPr>
        <p:spPr>
          <a:xfrm>
            <a:off x="1402215" y="2556812"/>
            <a:ext cx="951599" cy="215444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아무 문제 없어요</a:t>
            </a:r>
            <a:r>
              <a:rPr lang="en-US" altLang="ko-KR" sz="800" b="1" dirty="0"/>
              <a:t>!</a:t>
            </a:r>
            <a:endParaRPr lang="ko-KR" altLang="en-US" sz="800" b="1" dirty="0"/>
          </a:p>
        </p:txBody>
      </p:sp>
      <p:pic>
        <p:nvPicPr>
          <p:cNvPr id="30" name="그림 5">
            <a:extLst>
              <a:ext uri="{FF2B5EF4-FFF2-40B4-BE49-F238E27FC236}">
                <a16:creationId xmlns:a16="http://schemas.microsoft.com/office/drawing/2014/main" id="{E5D8F8CC-D99B-415E-807C-CB178CD164D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7F9FB"/>
              </a:clrFrom>
              <a:clrTo>
                <a:srgbClr val="F7F9FB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1931" t="40830" r="26800" b="52670"/>
          <a:stretch/>
        </p:blipFill>
        <p:spPr>
          <a:xfrm>
            <a:off x="1839776" y="3640430"/>
            <a:ext cx="590596" cy="265982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7F0964E0-6587-49D2-AFB3-EC75851CFBED}"/>
              </a:ext>
            </a:extLst>
          </p:cNvPr>
          <p:cNvSpPr/>
          <p:nvPr/>
        </p:nvSpPr>
        <p:spPr>
          <a:xfrm>
            <a:off x="1953941" y="3727732"/>
            <a:ext cx="370008" cy="79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C355E77-4AF8-4387-84A2-2F5741CC855D}"/>
              </a:ext>
            </a:extLst>
          </p:cNvPr>
          <p:cNvSpPr/>
          <p:nvPr/>
        </p:nvSpPr>
        <p:spPr>
          <a:xfrm>
            <a:off x="1457325" y="3196562"/>
            <a:ext cx="614363" cy="2494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132DDB-A404-4383-B3FC-4461A0F130A9}"/>
              </a:ext>
            </a:extLst>
          </p:cNvPr>
          <p:cNvSpPr txBox="1"/>
          <p:nvPr/>
        </p:nvSpPr>
        <p:spPr>
          <a:xfrm>
            <a:off x="1680579" y="3221276"/>
            <a:ext cx="86440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500" b="1" dirty="0"/>
              <a:t>실시간 </a:t>
            </a:r>
            <a:r>
              <a:rPr lang="en-US" altLang="ko-KR" sz="500" b="1" dirty="0"/>
              <a:t>· watch</a:t>
            </a:r>
            <a:br>
              <a:rPr lang="en-US" altLang="ko-KR" sz="500" b="1" dirty="0"/>
            </a:br>
            <a:r>
              <a:rPr lang="en-US" altLang="ko-KR" sz="500" b="1" dirty="0"/>
              <a:t>or</a:t>
            </a:r>
          </a:p>
          <a:p>
            <a:pPr algn="r"/>
            <a:r>
              <a:rPr lang="en-US" altLang="ko-KR" sz="500" b="1" dirty="0"/>
              <a:t>2026-07-21 14:05 · watch</a:t>
            </a:r>
          </a:p>
          <a:p>
            <a:pPr algn="r"/>
            <a:br>
              <a:rPr lang="en-US" altLang="ko-KR" sz="500" b="1" dirty="0"/>
            </a:br>
            <a:endParaRPr lang="ko-KR" altLang="en-US" sz="500" b="1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8FC3F62-7A2A-4E35-B03D-71CE3C7B5C74}"/>
              </a:ext>
            </a:extLst>
          </p:cNvPr>
          <p:cNvSpPr/>
          <p:nvPr/>
        </p:nvSpPr>
        <p:spPr>
          <a:xfrm>
            <a:off x="1860400" y="3680817"/>
            <a:ext cx="539899" cy="176055"/>
          </a:xfrm>
          <a:prstGeom prst="roundRect">
            <a:avLst>
              <a:gd name="adj" fmla="val 4912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D75D1C-C5C0-44CD-A5A6-993469400D5F}"/>
              </a:ext>
            </a:extLst>
          </p:cNvPr>
          <p:cNvSpPr txBox="1"/>
          <p:nvPr/>
        </p:nvSpPr>
        <p:spPr>
          <a:xfrm>
            <a:off x="1835787" y="3687596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" b="1" dirty="0"/>
              <a:t>카메라로 측정</a:t>
            </a:r>
          </a:p>
        </p:txBody>
      </p:sp>
    </p:spTree>
    <p:extLst>
      <p:ext uri="{BB962C8B-B14F-4D97-AF65-F5344CB8AC3E}">
        <p14:creationId xmlns:p14="http://schemas.microsoft.com/office/powerpoint/2010/main" val="672879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BDCC56-BC50-4F2F-9CF6-9D7DC6DB6A66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lang="ko-KR" altLang="en-US"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자가설문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또는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바로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대화</a:t>
            </a:r>
            <a:endParaRPr sz="2900" b="1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EDB5A8-8F4F-4A94-8C3D-9840CA53B28D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7635AC-A52A-4924-A67F-A32A6FD03297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960C21C-4C66-4EDE-8DBD-ECAF23CF0EF3}"/>
              </a:ext>
            </a:extLst>
          </p:cNvPr>
          <p:cNvSpPr>
            <a:spLocks noGrp="1"/>
          </p:cNvSpPr>
          <p:nvPr/>
        </p:nvSpPr>
        <p:spPr>
          <a:xfrm>
            <a:off x="342900" y="990600"/>
            <a:ext cx="14287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NT-05 · 갈망 알림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F61FC78-C7B1-42C3-ADE5-83DCA6D60CCC}"/>
              </a:ext>
            </a:extLst>
          </p:cNvPr>
          <p:cNvSpPr>
            <a:spLocks noGrp="1"/>
          </p:cNvSpPr>
          <p:nvPr/>
        </p:nvSpPr>
        <p:spPr>
          <a:xfrm>
            <a:off x="2038350" y="990600"/>
            <a:ext cx="14287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NT-06 · </a:t>
            </a:r>
            <a:r>
              <a:rPr lang="ko-KR" altLang="en-US" sz="788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자가설문</a:t>
            </a:r>
            <a:endParaRPr sz="788" b="1" dirty="0">
              <a:solidFill>
                <a:srgbClr val="267A7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E4AEF14-72EB-4128-A361-429ED848066D}"/>
              </a:ext>
            </a:extLst>
          </p:cNvPr>
          <p:cNvSpPr>
            <a:spLocks noGrp="1"/>
          </p:cNvSpPr>
          <p:nvPr/>
        </p:nvSpPr>
        <p:spPr>
          <a:xfrm>
            <a:off x="3733800" y="990600"/>
            <a:ext cx="14287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AI 챗봇</a:t>
            </a:r>
          </a:p>
        </p:txBody>
      </p:sp>
      <p:pic>
        <p:nvPicPr>
          <p:cNvPr id="45" name="그림 34"/>
          <p:cNvPicPr>
            <a:picLocks noChangeAspect="1"/>
          </p:cNvPicPr>
          <p:nvPr/>
        </p:nvPicPr>
        <p:blipFill>
          <a:blip r:embed="rId3"/>
          <a:srcRect t="1" b="1"/>
          <a:stretch>
            <a:fillRect/>
          </a:stretch>
        </p:blipFill>
        <p:spPr>
          <a:xfrm>
            <a:off x="342900" y="1200150"/>
            <a:ext cx="1428750" cy="31749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6" name="그림 35"/>
          <p:cNvPicPr>
            <a:picLocks noChangeAspect="1"/>
          </p:cNvPicPr>
          <p:nvPr/>
        </p:nvPicPr>
        <p:blipFill>
          <a:blip r:embed="rId4"/>
          <a:srcRect t="1" b="1"/>
          <a:stretch>
            <a:fillRect/>
          </a:stretch>
        </p:blipFill>
        <p:spPr>
          <a:xfrm>
            <a:off x="2038350" y="1200150"/>
            <a:ext cx="1428750" cy="31749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F0A7FDB-54A7-4A67-BBB3-6CCA0BCDE104}"/>
              </a:ext>
            </a:extLst>
          </p:cNvPr>
          <p:cNvSpPr>
            <a:spLocks noGrp="1"/>
          </p:cNvSpPr>
          <p:nvPr/>
        </p:nvSpPr>
        <p:spPr>
          <a:xfrm>
            <a:off x="5505450" y="1200150"/>
            <a:ext cx="3314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52FC983-F715-4EEF-9F5E-AE6AED9A6193}"/>
              </a:ext>
            </a:extLst>
          </p:cNvPr>
          <p:cNvSpPr>
            <a:spLocks noGrp="1"/>
          </p:cNvSpPr>
          <p:nvPr/>
        </p:nvSpPr>
        <p:spPr>
          <a:xfrm>
            <a:off x="5638800" y="13335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A57369C-7B38-4C56-9350-83873CBBFF0A}"/>
              </a:ext>
            </a:extLst>
          </p:cNvPr>
          <p:cNvSpPr>
            <a:spLocks noGrp="1"/>
          </p:cNvSpPr>
          <p:nvPr/>
        </p:nvSpPr>
        <p:spPr>
          <a:xfrm>
            <a:off x="5638800" y="13335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0944AE5-FA55-4454-BA8F-E0FBC89A58E0}"/>
              </a:ext>
            </a:extLst>
          </p:cNvPr>
          <p:cNvSpPr>
            <a:spLocks noGrp="1"/>
          </p:cNvSpPr>
          <p:nvPr/>
        </p:nvSpPr>
        <p:spPr>
          <a:xfrm>
            <a:off x="6000750" y="1295400"/>
            <a:ext cx="26670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NT-05 · 갈망 알림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BDDEC3A-0E2F-4578-922E-52FB1E1E5AF5}"/>
              </a:ext>
            </a:extLst>
          </p:cNvPr>
          <p:cNvSpPr>
            <a:spLocks noGrp="1"/>
          </p:cNvSpPr>
          <p:nvPr/>
        </p:nvSpPr>
        <p:spPr>
          <a:xfrm>
            <a:off x="5657850" y="1657350"/>
            <a:ext cx="300990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휴대폰 </a:t>
            </a:r>
            <a:r>
              <a:rPr lang="ko-KR" altLang="en-US"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알림창에</a:t>
            </a:r>
            <a:r>
              <a:rPr lang="ko-KR" alt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알람을 보냅니다</a:t>
            </a:r>
            <a:r>
              <a:rPr lang="en-US" altLang="ko-KR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지금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대화하기와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나중에를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두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선택으로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제공합니다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5023C45-3E3E-4BD5-BA16-3EFF63838529}"/>
              </a:ext>
            </a:extLst>
          </p:cNvPr>
          <p:cNvSpPr>
            <a:spLocks noGrp="1"/>
          </p:cNvSpPr>
          <p:nvPr/>
        </p:nvSpPr>
        <p:spPr>
          <a:xfrm>
            <a:off x="5505450" y="2324100"/>
            <a:ext cx="3314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6253928-0022-4B21-8A39-97DC5B37EC27}"/>
              </a:ext>
            </a:extLst>
          </p:cNvPr>
          <p:cNvSpPr>
            <a:spLocks noGrp="1"/>
          </p:cNvSpPr>
          <p:nvPr/>
        </p:nvSpPr>
        <p:spPr>
          <a:xfrm>
            <a:off x="5638800" y="24574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3B8BB9A-F3CE-4269-8868-428D8C117C5A}"/>
              </a:ext>
            </a:extLst>
          </p:cNvPr>
          <p:cNvSpPr>
            <a:spLocks noGrp="1"/>
          </p:cNvSpPr>
          <p:nvPr/>
        </p:nvSpPr>
        <p:spPr>
          <a:xfrm>
            <a:off x="5638800" y="24574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704EB93-DAB9-45AB-8201-16168689664D}"/>
              </a:ext>
            </a:extLst>
          </p:cNvPr>
          <p:cNvSpPr>
            <a:spLocks noGrp="1"/>
          </p:cNvSpPr>
          <p:nvPr/>
        </p:nvSpPr>
        <p:spPr>
          <a:xfrm>
            <a:off x="6000750" y="2419350"/>
            <a:ext cx="26670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NT-06 · </a:t>
            </a:r>
            <a:r>
              <a:rPr lang="ko-KR" altLang="en-US" sz="15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자가설문</a:t>
            </a:r>
            <a:endParaRPr sz="1500" b="1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5E4FB05-B622-4A99-987A-C187A091F7D4}"/>
              </a:ext>
            </a:extLst>
          </p:cNvPr>
          <p:cNvSpPr>
            <a:spLocks noGrp="1"/>
          </p:cNvSpPr>
          <p:nvPr/>
        </p:nvSpPr>
        <p:spPr>
          <a:xfrm>
            <a:off x="5543550" y="2700337"/>
            <a:ext cx="3195638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8문항을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문장형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7단계로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답하거나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건너뜁니다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총점은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~</a:t>
            </a:r>
            <a:r>
              <a:rPr 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48 (</a:t>
            </a:r>
            <a:r>
              <a:rPr lang="ko-KR" alt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각 문항당 </a:t>
            </a:r>
            <a:r>
              <a:rPr lang="en-US" altLang="ko-KR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0~6)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으로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기록하고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대화를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막지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않습니다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A443055-E243-4AE2-A3C4-B9901F52F55E}"/>
              </a:ext>
            </a:extLst>
          </p:cNvPr>
          <p:cNvSpPr>
            <a:spLocks noGrp="1"/>
          </p:cNvSpPr>
          <p:nvPr/>
        </p:nvSpPr>
        <p:spPr>
          <a:xfrm>
            <a:off x="5505450" y="3514724"/>
            <a:ext cx="3314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256FEC1-265D-457E-874C-E72FE31D01CF}"/>
              </a:ext>
            </a:extLst>
          </p:cNvPr>
          <p:cNvSpPr>
            <a:spLocks noGrp="1"/>
          </p:cNvSpPr>
          <p:nvPr/>
        </p:nvSpPr>
        <p:spPr>
          <a:xfrm>
            <a:off x="5638800" y="35814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AA87838-B029-4861-9382-81661E919EA0}"/>
              </a:ext>
            </a:extLst>
          </p:cNvPr>
          <p:cNvSpPr>
            <a:spLocks noGrp="1"/>
          </p:cNvSpPr>
          <p:nvPr/>
        </p:nvSpPr>
        <p:spPr>
          <a:xfrm>
            <a:off x="5638800" y="35814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CBC1334-72D4-4B08-8148-9A1E069E3027}"/>
              </a:ext>
            </a:extLst>
          </p:cNvPr>
          <p:cNvSpPr>
            <a:spLocks noGrp="1"/>
          </p:cNvSpPr>
          <p:nvPr/>
        </p:nvSpPr>
        <p:spPr>
          <a:xfrm>
            <a:off x="6000750" y="3543300"/>
            <a:ext cx="26670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 · AI 챗봇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1883732-6D3B-4F40-A0C9-26EF31A3B527}"/>
              </a:ext>
            </a:extLst>
          </p:cNvPr>
          <p:cNvSpPr>
            <a:spLocks noGrp="1"/>
          </p:cNvSpPr>
          <p:nvPr/>
        </p:nvSpPr>
        <p:spPr>
          <a:xfrm>
            <a:off x="5657850" y="3867150"/>
            <a:ext cx="300990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5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자가설문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뒤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별도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중재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선택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없이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챗봇을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엽니다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사용자가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원하는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도움과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상황을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자유롭게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입력합니다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pic>
        <p:nvPicPr>
          <p:cNvPr id="62" name="그림 36"/>
          <p:cNvPicPr>
            <a:picLocks noChangeAspect="1"/>
          </p:cNvPicPr>
          <p:nvPr/>
        </p:nvPicPr>
        <p:blipFill>
          <a:blip r:embed="rId5"/>
          <a:srcRect t="1" b="1"/>
          <a:stretch>
            <a:fillRect/>
          </a:stretch>
        </p:blipFill>
        <p:spPr>
          <a:xfrm>
            <a:off x="3733800" y="1200150"/>
            <a:ext cx="1428750" cy="31749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2364047-3E92-4312-B188-CCE38ED31B34}"/>
              </a:ext>
            </a:extLst>
          </p:cNvPr>
          <p:cNvSpPr>
            <a:spLocks noGrp="1"/>
          </p:cNvSpPr>
          <p:nvPr/>
        </p:nvSpPr>
        <p:spPr>
          <a:xfrm>
            <a:off x="3746886" y="3544729"/>
            <a:ext cx="10270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dirty="0"/>
              <a:t>응답 듣기</a:t>
            </a:r>
          </a:p>
        </p:txBody>
      </p:sp>
      <p:pic>
        <p:nvPicPr>
          <p:cNvPr id="64" name="Picture 2"/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</a:blip>
          <a:srcRect l="21634" t="50000" r="22596" b="20038"/>
          <a:stretch/>
        </p:blipFill>
        <p:spPr>
          <a:xfrm>
            <a:off x="4773906" y="3576517"/>
            <a:ext cx="320058" cy="171948"/>
          </a:xfrm>
          <a:prstGeom prst="rect">
            <a:avLst/>
          </a:prstGeom>
        </p:spPr>
      </p:pic>
      <p:pic>
        <p:nvPicPr>
          <p:cNvPr id="65" name="Picture 4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4647360" y="3755411"/>
            <a:ext cx="153294" cy="153294"/>
          </a:xfrm>
          <a:prstGeom prst="rect">
            <a:avLst/>
          </a:prstGeom>
        </p:spPr>
      </p:pic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977D959-93AA-40A3-A8D0-C92BB6524BBA}"/>
              </a:ext>
            </a:extLst>
          </p:cNvPr>
          <p:cNvSpPr/>
          <p:nvPr/>
        </p:nvSpPr>
        <p:spPr>
          <a:xfrm>
            <a:off x="2109788" y="1950245"/>
            <a:ext cx="1281112" cy="125937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BA06BF3-950E-4E98-9DD6-D33FEBFDB6EC}"/>
              </a:ext>
            </a:extLst>
          </p:cNvPr>
          <p:cNvSpPr/>
          <p:nvPr/>
        </p:nvSpPr>
        <p:spPr>
          <a:xfrm>
            <a:off x="2109788" y="1967023"/>
            <a:ext cx="1281112" cy="128477"/>
          </a:xfrm>
          <a:prstGeom prst="roundRect">
            <a:avLst/>
          </a:prstGeom>
          <a:solidFill>
            <a:schemeClr val="bg1"/>
          </a:solidFill>
          <a:ln w="3175">
            <a:solidFill>
              <a:srgbClr val="418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>
                <a:solidFill>
                  <a:schemeClr val="tx1"/>
                </a:solidFill>
              </a:rPr>
              <a:t>매우 그렇지 않다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9699097-C1C1-4981-8120-827A0F1DB3F0}"/>
              </a:ext>
            </a:extLst>
          </p:cNvPr>
          <p:cNvSpPr/>
          <p:nvPr/>
        </p:nvSpPr>
        <p:spPr>
          <a:xfrm>
            <a:off x="2109788" y="2126146"/>
            <a:ext cx="1281112" cy="128477"/>
          </a:xfrm>
          <a:prstGeom prst="roundRect">
            <a:avLst/>
          </a:prstGeom>
          <a:solidFill>
            <a:schemeClr val="bg1"/>
          </a:solidFill>
          <a:ln w="3175">
            <a:solidFill>
              <a:srgbClr val="418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>
                <a:solidFill>
                  <a:schemeClr val="tx1"/>
                </a:solidFill>
              </a:rPr>
              <a:t>그렇지 않다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B7EC9EF-11A4-4C62-BF09-865B116F09D9}"/>
              </a:ext>
            </a:extLst>
          </p:cNvPr>
          <p:cNvSpPr/>
          <p:nvPr/>
        </p:nvSpPr>
        <p:spPr>
          <a:xfrm>
            <a:off x="2109788" y="2285634"/>
            <a:ext cx="1281112" cy="128477"/>
          </a:xfrm>
          <a:prstGeom prst="roundRect">
            <a:avLst/>
          </a:prstGeom>
          <a:solidFill>
            <a:schemeClr val="bg1"/>
          </a:solidFill>
          <a:ln w="3175">
            <a:solidFill>
              <a:srgbClr val="418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조금 그렇지 않다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A35B375-2645-42F5-B983-391E693CB075}"/>
              </a:ext>
            </a:extLst>
          </p:cNvPr>
          <p:cNvSpPr/>
          <p:nvPr/>
        </p:nvSpPr>
        <p:spPr>
          <a:xfrm>
            <a:off x="2109788" y="2445122"/>
            <a:ext cx="1281112" cy="128477"/>
          </a:xfrm>
          <a:prstGeom prst="roundRect">
            <a:avLst/>
          </a:prstGeom>
          <a:solidFill>
            <a:schemeClr val="bg1"/>
          </a:solidFill>
          <a:ln w="3175">
            <a:solidFill>
              <a:srgbClr val="418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보통이다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4205010-16AC-467D-B891-320544414133}"/>
              </a:ext>
            </a:extLst>
          </p:cNvPr>
          <p:cNvSpPr/>
          <p:nvPr/>
        </p:nvSpPr>
        <p:spPr>
          <a:xfrm>
            <a:off x="2109788" y="2600967"/>
            <a:ext cx="1281112" cy="128477"/>
          </a:xfrm>
          <a:prstGeom prst="roundRect">
            <a:avLst/>
          </a:prstGeom>
          <a:solidFill>
            <a:srgbClr val="267A73"/>
          </a:solidFill>
          <a:ln w="3175">
            <a:solidFill>
              <a:srgbClr val="418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조금 그렇다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043878D-5630-4270-8EF1-F0C7FB36B576}"/>
              </a:ext>
            </a:extLst>
          </p:cNvPr>
          <p:cNvSpPr/>
          <p:nvPr/>
        </p:nvSpPr>
        <p:spPr>
          <a:xfrm>
            <a:off x="2109788" y="2760455"/>
            <a:ext cx="1281112" cy="128477"/>
          </a:xfrm>
          <a:prstGeom prst="roundRect">
            <a:avLst/>
          </a:prstGeom>
          <a:solidFill>
            <a:schemeClr val="bg1"/>
          </a:solidFill>
          <a:ln w="3175">
            <a:solidFill>
              <a:srgbClr val="418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>
                <a:solidFill>
                  <a:schemeClr val="tx1"/>
                </a:solidFill>
              </a:rPr>
              <a:t>그렇다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D67E6D5-80A3-4513-8201-F507C18CCC2F}"/>
              </a:ext>
            </a:extLst>
          </p:cNvPr>
          <p:cNvSpPr/>
          <p:nvPr/>
        </p:nvSpPr>
        <p:spPr>
          <a:xfrm>
            <a:off x="2109788" y="2919578"/>
            <a:ext cx="1281112" cy="128477"/>
          </a:xfrm>
          <a:prstGeom prst="roundRect">
            <a:avLst/>
          </a:prstGeom>
          <a:solidFill>
            <a:schemeClr val="bg1"/>
          </a:solidFill>
          <a:ln w="3175">
            <a:solidFill>
              <a:srgbClr val="418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>
                <a:solidFill>
                  <a:schemeClr val="tx1"/>
                </a:solidFill>
              </a:rPr>
              <a:t>매우그렇다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1D49B3-655C-40C6-8329-FD33EA607961}"/>
              </a:ext>
            </a:extLst>
          </p:cNvPr>
          <p:cNvSpPr txBox="1"/>
          <p:nvPr/>
        </p:nvSpPr>
        <p:spPr>
          <a:xfrm>
            <a:off x="2038350" y="1296169"/>
            <a:ext cx="59503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자가설문</a:t>
            </a:r>
          </a:p>
        </p:txBody>
      </p:sp>
    </p:spTree>
    <p:extLst>
      <p:ext uri="{BB962C8B-B14F-4D97-AF65-F5344CB8AC3E}">
        <p14:creationId xmlns:p14="http://schemas.microsoft.com/office/powerpoint/2010/main" val="2032000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30E237-A196-4DE3-859B-D85FDAD7962F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 — STT·TTS 버튼과 동일 대화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C1F051B-B40B-4A60-912B-6DD8227641D2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632342-6214-4507-86C5-56A6FA8E9F7B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574571C-46F9-4314-B385-E00C0458D92E}"/>
              </a:ext>
            </a:extLst>
          </p:cNvPr>
          <p:cNvSpPr>
            <a:spLocks noGrp="1"/>
          </p:cNvSpPr>
          <p:nvPr/>
        </p:nvSpPr>
        <p:spPr>
          <a:xfrm>
            <a:off x="552450" y="1024128"/>
            <a:ext cx="16192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</a:t>
            </a:r>
            <a:r>
              <a:rPr sz="788" b="1" dirty="0" err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텍스트·음성</a:t>
            </a:r>
            <a:r>
              <a:rPr sz="788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b="1" dirty="0" err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입력</a:t>
            </a:r>
            <a:endParaRPr sz="788" b="1" dirty="0">
              <a:solidFill>
                <a:srgbClr val="267A7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2ABAF18-84ED-413E-8167-4E8D85EFB614}"/>
              </a:ext>
            </a:extLst>
          </p:cNvPr>
          <p:cNvSpPr>
            <a:spLocks noGrp="1"/>
          </p:cNvSpPr>
          <p:nvPr/>
        </p:nvSpPr>
        <p:spPr>
          <a:xfrm>
            <a:off x="2590800" y="1024128"/>
            <a:ext cx="16192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AI 응답·TTS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B4A04A9-4EFA-40A2-AD42-4FF0AEFDDDF1}"/>
              </a:ext>
            </a:extLst>
          </p:cNvPr>
          <p:cNvSpPr>
            <a:spLocks noGrp="1"/>
          </p:cNvSpPr>
          <p:nvPr/>
        </p:nvSpPr>
        <p:spPr>
          <a:xfrm>
            <a:off x="4686300" y="1200150"/>
            <a:ext cx="4133850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E8FFBB8-8FED-4FD3-B8A1-5FFDCD2BFE5C}"/>
              </a:ext>
            </a:extLst>
          </p:cNvPr>
          <p:cNvSpPr>
            <a:spLocks noGrp="1"/>
          </p:cNvSpPr>
          <p:nvPr/>
        </p:nvSpPr>
        <p:spPr>
          <a:xfrm>
            <a:off x="4819650" y="13335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BE6233A-3291-4546-8F0C-277861A78FC3}"/>
              </a:ext>
            </a:extLst>
          </p:cNvPr>
          <p:cNvSpPr>
            <a:spLocks noGrp="1"/>
          </p:cNvSpPr>
          <p:nvPr/>
        </p:nvSpPr>
        <p:spPr>
          <a:xfrm>
            <a:off x="4819650" y="13335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5B23F76-9331-4F0E-B642-71FBEA8E8417}"/>
              </a:ext>
            </a:extLst>
          </p:cNvPr>
          <p:cNvSpPr>
            <a:spLocks noGrp="1"/>
          </p:cNvSpPr>
          <p:nvPr/>
        </p:nvSpPr>
        <p:spPr>
          <a:xfrm>
            <a:off x="5181600" y="1295400"/>
            <a:ext cx="348615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사용자 주도 자유대화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FCDED26-3187-4F9A-BF66-FE929C32E619}"/>
              </a:ext>
            </a:extLst>
          </p:cNvPr>
          <p:cNvSpPr>
            <a:spLocks noGrp="1"/>
          </p:cNvSpPr>
          <p:nvPr/>
        </p:nvSpPr>
        <p:spPr>
          <a:xfrm>
            <a:off x="4838700" y="1657350"/>
            <a:ext cx="382905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문자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입력은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inputModality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=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text로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메시지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API를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AI는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공감·반영을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우선합니다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429ECD8-B5BB-4DE2-A777-A31BC3680B8B}"/>
              </a:ext>
            </a:extLst>
          </p:cNvPr>
          <p:cNvSpPr>
            <a:spLocks noGrp="1"/>
          </p:cNvSpPr>
          <p:nvPr/>
        </p:nvSpPr>
        <p:spPr>
          <a:xfrm>
            <a:off x="4686300" y="2362200"/>
            <a:ext cx="4133850" cy="1066800"/>
          </a:xfrm>
          <a:prstGeom prst="roundRect">
            <a:avLst>
              <a:gd name="adj" fmla="val 7143"/>
            </a:avLst>
          </a:prstGeom>
          <a:solidFill>
            <a:srgbClr val="FFF7E8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D25AD50-1112-44C6-A1AE-701CAFD01501}"/>
              </a:ext>
            </a:extLst>
          </p:cNvPr>
          <p:cNvSpPr>
            <a:spLocks noGrp="1"/>
          </p:cNvSpPr>
          <p:nvPr/>
        </p:nvSpPr>
        <p:spPr>
          <a:xfrm>
            <a:off x="4819650" y="2495550"/>
            <a:ext cx="285750" cy="285750"/>
          </a:xfrm>
          <a:prstGeom prst="ellipse">
            <a:avLst/>
          </a:prstGeom>
          <a:solidFill>
            <a:srgbClr val="8A5A00"/>
          </a:solidFill>
          <a:ln w="0">
            <a:noFill/>
            <a:prstDash val="solid"/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8CA2F00-B819-48CF-824B-2383C6FF5932}"/>
              </a:ext>
            </a:extLst>
          </p:cNvPr>
          <p:cNvSpPr>
            <a:spLocks noGrp="1"/>
          </p:cNvSpPr>
          <p:nvPr/>
        </p:nvSpPr>
        <p:spPr>
          <a:xfrm>
            <a:off x="4819650" y="24955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AFC4D98-9064-4575-9485-0D10CB893462}"/>
              </a:ext>
            </a:extLst>
          </p:cNvPr>
          <p:cNvSpPr>
            <a:spLocks noGrp="1"/>
          </p:cNvSpPr>
          <p:nvPr/>
        </p:nvSpPr>
        <p:spPr>
          <a:xfrm>
            <a:off x="5181600" y="2457450"/>
            <a:ext cx="348615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STT · 마이크/정지/인식 중 버튼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A39FB75-B1C0-4709-B635-980F6932854D}"/>
              </a:ext>
            </a:extLst>
          </p:cNvPr>
          <p:cNvSpPr>
            <a:spLocks noGrp="1"/>
          </p:cNvSpPr>
          <p:nvPr/>
        </p:nvSpPr>
        <p:spPr>
          <a:xfrm>
            <a:off x="4838700" y="2819400"/>
            <a:ext cx="3829050" cy="514350"/>
          </a:xfrm>
          <a:prstGeom prst="roundRect">
            <a:avLst>
              <a:gd name="adj" fmla="val 14815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입력창</a:t>
            </a:r>
            <a:r>
              <a:rPr sz="1050" b="0" dirty="0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 옆 </a:t>
            </a:r>
            <a:r>
              <a:rPr sz="1050" b="0" dirty="0" err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버튼으로</a:t>
            </a:r>
            <a:r>
              <a:rPr sz="1050" b="0" dirty="0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녹음을</a:t>
            </a:r>
            <a:r>
              <a:rPr sz="1050" b="0" dirty="0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시작·정지합니다</a:t>
            </a:r>
            <a:r>
              <a:rPr sz="1050" b="0" dirty="0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. STT </a:t>
            </a:r>
            <a:r>
              <a:rPr sz="1050" b="0" dirty="0" err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결과는</a:t>
            </a:r>
            <a:r>
              <a:rPr sz="1050" b="0" dirty="0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편집</a:t>
            </a:r>
            <a:r>
              <a:rPr sz="1050" b="0" dirty="0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1050" b="0" dirty="0" err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inputModality</a:t>
            </a:r>
            <a:r>
              <a:rPr sz="1050" b="0" dirty="0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=</a:t>
            </a:r>
            <a:r>
              <a:rPr sz="1050" b="0" dirty="0" err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voice로</a:t>
            </a:r>
            <a:r>
              <a:rPr sz="1050" b="0" dirty="0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전송합니다</a:t>
            </a:r>
            <a:r>
              <a:rPr sz="1050" b="0" dirty="0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E64739B-576A-43BB-A5CB-C96C11E5F4B7}"/>
              </a:ext>
            </a:extLst>
          </p:cNvPr>
          <p:cNvSpPr>
            <a:spLocks noGrp="1"/>
          </p:cNvSpPr>
          <p:nvPr/>
        </p:nvSpPr>
        <p:spPr>
          <a:xfrm>
            <a:off x="4686300" y="3581400"/>
            <a:ext cx="41338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A6DFA7A-4A14-4F55-84E7-0AB446173C47}"/>
              </a:ext>
            </a:extLst>
          </p:cNvPr>
          <p:cNvSpPr>
            <a:spLocks noGrp="1"/>
          </p:cNvSpPr>
          <p:nvPr/>
        </p:nvSpPr>
        <p:spPr>
          <a:xfrm>
            <a:off x="4819650" y="37147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3ADEC42-CEE5-49BA-B29C-6A1CE815769E}"/>
              </a:ext>
            </a:extLst>
          </p:cNvPr>
          <p:cNvSpPr>
            <a:spLocks noGrp="1"/>
          </p:cNvSpPr>
          <p:nvPr/>
        </p:nvSpPr>
        <p:spPr>
          <a:xfrm>
            <a:off x="4819650" y="37147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A1B8C57-7345-42DF-A6E0-E7F1EFB7C2B1}"/>
              </a:ext>
            </a:extLst>
          </p:cNvPr>
          <p:cNvSpPr>
            <a:spLocks noGrp="1"/>
          </p:cNvSpPr>
          <p:nvPr/>
        </p:nvSpPr>
        <p:spPr>
          <a:xfrm>
            <a:off x="5181600" y="3676650"/>
            <a:ext cx="348615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TTS · 듣기/정지 버튼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C607AF0-5C57-49F3-B484-B308FF23EED1}"/>
              </a:ext>
            </a:extLst>
          </p:cNvPr>
          <p:cNvSpPr>
            <a:spLocks noGrp="1"/>
          </p:cNvSpPr>
          <p:nvPr/>
        </p:nvSpPr>
        <p:spPr>
          <a:xfrm>
            <a:off x="4838700" y="4038600"/>
            <a:ext cx="382905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자동 읽기 스위치가 </a:t>
            </a:r>
            <a:r>
              <a:rPr lang="en-US" altLang="ko-KR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On</a:t>
            </a:r>
            <a:r>
              <a:rPr lang="ko-KR" alt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이 </a:t>
            </a:r>
            <a:r>
              <a:rPr lang="ko-KR" altLang="en-US"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되어있다면</a:t>
            </a:r>
            <a:r>
              <a:rPr lang="ko-KR" alt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TTS</a:t>
            </a:r>
            <a:r>
              <a:rPr lang="ko-KR" alt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를 제공합니다</a:t>
            </a:r>
            <a:r>
              <a:rPr lang="en-US" altLang="ko-KR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  <a:br>
              <a:rPr lang="en-US" altLang="ko-KR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만약 오류가 생긴다면 다시 시도</a:t>
            </a:r>
            <a:r>
              <a:rPr lang="en-US" altLang="ko-KR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lang="ko-KR" alt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대화 종료도 제공합니다</a:t>
            </a:r>
            <a:r>
              <a:rPr lang="en-US" altLang="ko-KR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050" b="0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58" name="그림 32"/>
          <p:cNvPicPr>
            <a:picLocks noChangeAspect="1"/>
          </p:cNvPicPr>
          <p:nvPr/>
        </p:nvPicPr>
        <p:blipFill>
          <a:blip r:embed="rId3"/>
          <a:srcRect l="29" r="29"/>
          <a:stretch>
            <a:fillRect/>
          </a:stretch>
        </p:blipFill>
        <p:spPr>
          <a:xfrm>
            <a:off x="2590800" y="1233678"/>
            <a:ext cx="1619250" cy="36004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2A394DA-8749-4184-87B9-064F2C8DBC5F}"/>
              </a:ext>
            </a:extLst>
          </p:cNvPr>
          <p:cNvSpPr>
            <a:spLocks noGrp="1"/>
          </p:cNvSpPr>
          <p:nvPr/>
        </p:nvSpPr>
        <p:spPr>
          <a:xfrm>
            <a:off x="2653089" y="3898063"/>
            <a:ext cx="10270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dirty="0"/>
              <a:t>응답 듣기</a:t>
            </a:r>
          </a:p>
        </p:txBody>
      </p:sp>
      <p:pic>
        <p:nvPicPr>
          <p:cNvPr id="60" name="Picture 2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</a:blip>
          <a:srcRect l="21634" t="50000" r="22596" b="20038"/>
          <a:stretch/>
        </p:blipFill>
        <p:spPr>
          <a:xfrm>
            <a:off x="3782481" y="3930180"/>
            <a:ext cx="320058" cy="171948"/>
          </a:xfrm>
          <a:prstGeom prst="rect">
            <a:avLst/>
          </a:prstGeom>
        </p:spPr>
      </p:pic>
      <p:pic>
        <p:nvPicPr>
          <p:cNvPr id="61" name="Picture 4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3642849" y="4151607"/>
            <a:ext cx="153294" cy="153294"/>
          </a:xfrm>
          <a:prstGeom prst="rect">
            <a:avLst/>
          </a:prstGeom>
        </p:spPr>
      </p:pic>
      <p:pic>
        <p:nvPicPr>
          <p:cNvPr id="62" name="그림 31"/>
          <p:cNvPicPr>
            <a:picLocks noChangeAspect="1"/>
          </p:cNvPicPr>
          <p:nvPr/>
        </p:nvPicPr>
        <p:blipFill>
          <a:blip r:embed="rId6"/>
          <a:srcRect l="29" r="29"/>
          <a:stretch>
            <a:fillRect/>
          </a:stretch>
        </p:blipFill>
        <p:spPr>
          <a:xfrm>
            <a:off x="552450" y="1233678"/>
            <a:ext cx="1619250" cy="36004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439EB77-3239-42BB-9589-EF19F342B7FF}"/>
              </a:ext>
            </a:extLst>
          </p:cNvPr>
          <p:cNvSpPr>
            <a:spLocks noGrp="1"/>
          </p:cNvSpPr>
          <p:nvPr/>
        </p:nvSpPr>
        <p:spPr>
          <a:xfrm>
            <a:off x="626909" y="3898063"/>
            <a:ext cx="10270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dirty="0"/>
              <a:t>응답 듣기</a:t>
            </a:r>
            <a:endParaRPr sz="800" b="1" dirty="0"/>
          </a:p>
        </p:txBody>
      </p:sp>
      <p:pic>
        <p:nvPicPr>
          <p:cNvPr id="64" name="Picture 2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</a:blip>
          <a:srcRect l="21634" t="50000" r="22596" b="20038"/>
          <a:stretch/>
        </p:blipFill>
        <p:spPr>
          <a:xfrm>
            <a:off x="1756301" y="3930180"/>
            <a:ext cx="320058" cy="171948"/>
          </a:xfrm>
          <a:prstGeom prst="rect">
            <a:avLst/>
          </a:prstGeom>
        </p:spPr>
      </p:pic>
      <p:pic>
        <p:nvPicPr>
          <p:cNvPr id="65" name="Picture 4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1616669" y="4151607"/>
            <a:ext cx="153294" cy="15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297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804EA0A-E9BE-4E8B-BE18-12E2AC2C6515}"/>
              </a:ext>
            </a:extLst>
          </p:cNvPr>
          <p:cNvSpPr>
            <a:spLocks noGrp="1"/>
          </p:cNvSpPr>
          <p:nvPr/>
        </p:nvSpPr>
        <p:spPr>
          <a:xfrm>
            <a:off x="400050" y="1110615"/>
            <a:ext cx="1557590" cy="352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38673E2-D046-4E56-988A-82047F9E49A8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대시보드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단계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이벤트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lang="ko-KR" altLang="en-US"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자가설문</a:t>
            </a:r>
            <a:endParaRPr sz="2900" b="1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040A6F7-E9B4-443E-A585-DC8667FBAB4A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C351BC-EC17-4D3F-BEEC-12ECE864262F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A993AD9-03AF-4B8A-B459-96D602F9300B}"/>
              </a:ext>
            </a:extLst>
          </p:cNvPr>
          <p:cNvSpPr>
            <a:spLocks noGrp="1"/>
          </p:cNvSpPr>
          <p:nvPr/>
        </p:nvSpPr>
        <p:spPr>
          <a:xfrm>
            <a:off x="2190750" y="952500"/>
            <a:ext cx="15621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 · 대시보드 · 아래</a:t>
            </a:r>
          </a:p>
        </p:txBody>
      </p:sp>
      <p:pic>
        <p:nvPicPr>
          <p:cNvPr id="49" name="그림 34"/>
          <p:cNvPicPr>
            <a:picLocks noChangeAspect="1"/>
          </p:cNvPicPr>
          <p:nvPr/>
        </p:nvPicPr>
        <p:blipFill>
          <a:blip r:embed="rId3"/>
          <a:srcRect t="1" b="1"/>
          <a:stretch>
            <a:fillRect/>
          </a:stretch>
        </p:blipFill>
        <p:spPr>
          <a:xfrm>
            <a:off x="2190750" y="1162050"/>
            <a:ext cx="1562100" cy="3471291"/>
          </a:xfrm>
          <a:prstGeom prst="rect">
            <a:avLst/>
          </a:prstGeom>
          <a:ln>
            <a:noFill/>
          </a:ln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5240B4C-73E4-4A05-A2EB-406BDA2A02FA}"/>
              </a:ext>
            </a:extLst>
          </p:cNvPr>
          <p:cNvSpPr>
            <a:spLocks noGrp="1"/>
          </p:cNvSpPr>
          <p:nvPr/>
        </p:nvSpPr>
        <p:spPr>
          <a:xfrm>
            <a:off x="2190750" y="4648200"/>
            <a:ext cx="15621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같은 스크롤 · 아래 구간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348D10B-8422-4016-957E-7D4BBA43B068}"/>
              </a:ext>
            </a:extLst>
          </p:cNvPr>
          <p:cNvSpPr>
            <a:spLocks noGrp="1"/>
          </p:cNvSpPr>
          <p:nvPr/>
        </p:nvSpPr>
        <p:spPr>
          <a:xfrm>
            <a:off x="4095750" y="1790700"/>
            <a:ext cx="47244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F1FFD8A-693A-425D-A1A3-400ED4737C38}"/>
              </a:ext>
            </a:extLst>
          </p:cNvPr>
          <p:cNvSpPr>
            <a:spLocks noGrp="1"/>
          </p:cNvSpPr>
          <p:nvPr/>
        </p:nvSpPr>
        <p:spPr>
          <a:xfrm>
            <a:off x="4229100" y="1822515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6F4491C-AD63-473D-AB3B-AD5ADDFC9797}"/>
              </a:ext>
            </a:extLst>
          </p:cNvPr>
          <p:cNvSpPr>
            <a:spLocks noGrp="1"/>
          </p:cNvSpPr>
          <p:nvPr/>
        </p:nvSpPr>
        <p:spPr>
          <a:xfrm>
            <a:off x="4229100" y="1821602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51B0349-D070-4BD2-B2BF-1AD5A9A695BA}"/>
              </a:ext>
            </a:extLst>
          </p:cNvPr>
          <p:cNvSpPr>
            <a:spLocks noGrp="1"/>
          </p:cNvSpPr>
          <p:nvPr/>
        </p:nvSpPr>
        <p:spPr>
          <a:xfrm>
            <a:off x="4591050" y="1784415"/>
            <a:ext cx="40767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</a:t>
            </a:r>
            <a:r>
              <a:rPr sz="15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단계</a:t>
            </a:r>
            <a:r>
              <a:rPr sz="15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중첩</a:t>
            </a:r>
            <a:r>
              <a:rPr sz="15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막대</a:t>
            </a:r>
            <a:endParaRPr sz="1500" b="1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E4095DF-177D-409B-8D44-B06AAAB136A7}"/>
              </a:ext>
            </a:extLst>
          </p:cNvPr>
          <p:cNvSpPr>
            <a:spLocks noGrp="1"/>
          </p:cNvSpPr>
          <p:nvPr/>
        </p:nvSpPr>
        <p:spPr>
          <a:xfrm>
            <a:off x="4248150" y="2110740"/>
            <a:ext cx="4419600" cy="34290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시간별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한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막대에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안전 관찰 주의 심각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표본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비율을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중첩합니다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선택하면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단계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비율과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표본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수를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보여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줍니다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  <a:r>
              <a:rPr 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각 바 그래프를 </a:t>
            </a:r>
            <a:r>
              <a:rPr lang="ko-KR" altLang="en-US"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눌렀을때</a:t>
            </a:r>
            <a:r>
              <a:rPr lang="ko-KR" alt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그대 당시의 내용 간단하게 리포트하기</a:t>
            </a:r>
            <a:r>
              <a:rPr lang="en-US" altLang="ko-KR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050" b="0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5E6A0EE-0BBE-4D92-8F72-EEAF4991B7D6}"/>
              </a:ext>
            </a:extLst>
          </p:cNvPr>
          <p:cNvSpPr>
            <a:spLocks noGrp="1"/>
          </p:cNvSpPr>
          <p:nvPr/>
        </p:nvSpPr>
        <p:spPr>
          <a:xfrm>
            <a:off x="4095750" y="2724150"/>
            <a:ext cx="47244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D194A8D-59C3-48D5-8EA1-44A98134F1A8}"/>
              </a:ext>
            </a:extLst>
          </p:cNvPr>
          <p:cNvSpPr>
            <a:spLocks noGrp="1"/>
          </p:cNvSpPr>
          <p:nvPr/>
        </p:nvSpPr>
        <p:spPr>
          <a:xfrm>
            <a:off x="4229100" y="2755965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D279F1F-DC5D-43D7-AF06-9B1049D8675F}"/>
              </a:ext>
            </a:extLst>
          </p:cNvPr>
          <p:cNvSpPr>
            <a:spLocks noGrp="1"/>
          </p:cNvSpPr>
          <p:nvPr/>
        </p:nvSpPr>
        <p:spPr>
          <a:xfrm>
            <a:off x="4229100" y="2755052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9CA1A56-0C2D-4DE7-AC36-CFDB5EB62168}"/>
              </a:ext>
            </a:extLst>
          </p:cNvPr>
          <p:cNvSpPr>
            <a:spLocks noGrp="1"/>
          </p:cNvSpPr>
          <p:nvPr/>
        </p:nvSpPr>
        <p:spPr>
          <a:xfrm>
            <a:off x="4591050" y="2717865"/>
            <a:ext cx="40767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이벤트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304B89F-B348-4D2A-8D37-443AC917417E}"/>
              </a:ext>
            </a:extLst>
          </p:cNvPr>
          <p:cNvSpPr>
            <a:spLocks noGrp="1"/>
          </p:cNvSpPr>
          <p:nvPr/>
        </p:nvSpPr>
        <p:spPr>
          <a:xfrm>
            <a:off x="4248150" y="3060765"/>
            <a:ext cx="4419600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알림이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생성된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횟수를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일별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막대로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표시합니다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데이터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없음과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예측은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있었지만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이벤트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0건인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날을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구분합니다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  <a:r>
              <a:rPr 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데이터가 없으면 그냥 공백으로 데이터가 있다면 점만 찍어서 확인</a:t>
            </a:r>
            <a:endParaRPr sz="1050" b="0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F5BFBAD-718C-4770-974D-BD463EEDAFEE}"/>
              </a:ext>
            </a:extLst>
          </p:cNvPr>
          <p:cNvSpPr>
            <a:spLocks noGrp="1"/>
          </p:cNvSpPr>
          <p:nvPr/>
        </p:nvSpPr>
        <p:spPr>
          <a:xfrm>
            <a:off x="4095750" y="3790949"/>
            <a:ext cx="4724400" cy="965265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BBE608E-ED7A-4AE7-9EBB-DC84A0A60650}"/>
              </a:ext>
            </a:extLst>
          </p:cNvPr>
          <p:cNvSpPr>
            <a:spLocks noGrp="1"/>
          </p:cNvSpPr>
          <p:nvPr/>
        </p:nvSpPr>
        <p:spPr>
          <a:xfrm>
            <a:off x="4229100" y="3822765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ED4F823-7EED-476B-9DE7-7FA165A40F49}"/>
              </a:ext>
            </a:extLst>
          </p:cNvPr>
          <p:cNvSpPr>
            <a:spLocks noGrp="1"/>
          </p:cNvSpPr>
          <p:nvPr/>
        </p:nvSpPr>
        <p:spPr>
          <a:xfrm>
            <a:off x="4229100" y="3821852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DAA3FE8-00DB-4BA6-989A-5404EA22D733}"/>
              </a:ext>
            </a:extLst>
          </p:cNvPr>
          <p:cNvSpPr>
            <a:spLocks noGrp="1"/>
          </p:cNvSpPr>
          <p:nvPr/>
        </p:nvSpPr>
        <p:spPr>
          <a:xfrm>
            <a:off x="4591050" y="3784665"/>
            <a:ext cx="40767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자가설문</a:t>
            </a:r>
            <a:r>
              <a:rPr sz="15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기록</a:t>
            </a:r>
            <a:endParaRPr sz="1500" b="1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2647D7A-60CA-4A1F-8A5C-40EFD6239985}"/>
              </a:ext>
            </a:extLst>
          </p:cNvPr>
          <p:cNvSpPr>
            <a:spLocks noGrp="1"/>
          </p:cNvSpPr>
          <p:nvPr/>
        </p:nvSpPr>
        <p:spPr>
          <a:xfrm>
            <a:off x="4248150" y="4248150"/>
            <a:ext cx="4419600" cy="514350"/>
          </a:xfrm>
          <a:prstGeom prst="roundRect">
            <a:avLst>
              <a:gd name="adj" fmla="val 14815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5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자가설문은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총점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X/</a:t>
            </a:r>
            <a:r>
              <a:rPr lang="en-US" sz="105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48 (</a:t>
            </a:r>
            <a:r>
              <a:rPr lang="ko-KR" altLang="en-US" sz="105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한 문항당 </a:t>
            </a:r>
            <a:r>
              <a:rPr lang="en-US" altLang="ko-KR" sz="105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0~6)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과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응답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횟수로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표시합니다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선택한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시간·날짜의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평균과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응답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수를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상세로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보여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줍니다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pic>
        <p:nvPicPr>
          <p:cNvPr id="68" name="그림 32"/>
          <p:cNvPicPr>
            <a:picLocks noChangeAspect="1"/>
          </p:cNvPicPr>
          <p:nvPr/>
        </p:nvPicPr>
        <p:blipFill rotWithShape="1">
          <a:blip r:embed="rId4"/>
          <a:srcRect t="87531" b="1"/>
          <a:stretch/>
        </p:blipFill>
        <p:spPr>
          <a:xfrm>
            <a:off x="400050" y="4215384"/>
            <a:ext cx="1562100" cy="432816"/>
          </a:xfrm>
          <a:prstGeom prst="rect">
            <a:avLst/>
          </a:prstGeom>
          <a:ln>
            <a:noFill/>
          </a:ln>
        </p:spPr>
      </p:pic>
      <p:pic>
        <p:nvPicPr>
          <p:cNvPr id="69" name="그림 26"/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0F5F8"/>
              </a:clrFrom>
              <a:clrTo>
                <a:srgbClr val="F0F5F8">
                  <a:alpha val="0"/>
                </a:srgbClr>
              </a:clrTo>
            </a:clrChange>
          </a:blip>
          <a:srcRect t="52725" b="12356"/>
          <a:stretch/>
        </p:blipFill>
        <p:spPr>
          <a:xfrm>
            <a:off x="400050" y="3124200"/>
            <a:ext cx="1557591" cy="1178433"/>
          </a:xfrm>
          <a:prstGeom prst="rect">
            <a:avLst/>
          </a:prstGeom>
        </p:spPr>
      </p:pic>
      <p:pic>
        <p:nvPicPr>
          <p:cNvPr id="70" name="그림 32"/>
          <p:cNvPicPr>
            <a:picLocks noChangeAspect="1"/>
          </p:cNvPicPr>
          <p:nvPr/>
        </p:nvPicPr>
        <p:blipFill rotWithShape="1">
          <a:blip r:embed="rId4"/>
          <a:srcRect t="54074" b="41261"/>
          <a:stretch/>
        </p:blipFill>
        <p:spPr>
          <a:xfrm>
            <a:off x="400050" y="2496123"/>
            <a:ext cx="1562100" cy="161925"/>
          </a:xfrm>
          <a:prstGeom prst="rect">
            <a:avLst/>
          </a:prstGeom>
          <a:ln>
            <a:noFill/>
          </a:ln>
        </p:spPr>
      </p:pic>
      <p:pic>
        <p:nvPicPr>
          <p:cNvPr id="71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408" y="1748223"/>
            <a:ext cx="1371600" cy="673028"/>
          </a:xfrm>
          <a:prstGeom prst="rect">
            <a:avLst/>
          </a:prstGeom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7D134ED-A0E4-4088-AC34-C1ED47DD5DC9}"/>
              </a:ext>
            </a:extLst>
          </p:cNvPr>
          <p:cNvSpPr>
            <a:spLocks noGrp="1"/>
          </p:cNvSpPr>
          <p:nvPr/>
        </p:nvSpPr>
        <p:spPr>
          <a:xfrm>
            <a:off x="4095750" y="853440"/>
            <a:ext cx="47244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00E7D029-7738-4B3A-BAA7-84CD27BB3559}"/>
              </a:ext>
            </a:extLst>
          </p:cNvPr>
          <p:cNvSpPr>
            <a:spLocks noGrp="1"/>
          </p:cNvSpPr>
          <p:nvPr/>
        </p:nvSpPr>
        <p:spPr>
          <a:xfrm>
            <a:off x="4229100" y="884342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BC7690A-5DEB-4226-ABE8-DE068E3C3009}"/>
              </a:ext>
            </a:extLst>
          </p:cNvPr>
          <p:cNvSpPr>
            <a:spLocks noGrp="1"/>
          </p:cNvSpPr>
          <p:nvPr/>
        </p:nvSpPr>
        <p:spPr>
          <a:xfrm>
            <a:off x="4229100" y="885255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4C62E06-31AA-408C-ABF4-5353C5DA9FEB}"/>
              </a:ext>
            </a:extLst>
          </p:cNvPr>
          <p:cNvSpPr>
            <a:spLocks noGrp="1"/>
          </p:cNvSpPr>
          <p:nvPr/>
        </p:nvSpPr>
        <p:spPr>
          <a:xfrm>
            <a:off x="4591050" y="847155"/>
            <a:ext cx="40767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최근 1시간 갈망 가능성 변화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01E94519-5632-4F00-9764-1CF74C16801D}"/>
              </a:ext>
            </a:extLst>
          </p:cNvPr>
          <p:cNvSpPr>
            <a:spLocks noGrp="1"/>
          </p:cNvSpPr>
          <p:nvPr/>
        </p:nvSpPr>
        <p:spPr>
          <a:xfrm>
            <a:off x="4248150" y="1244809"/>
            <a:ext cx="4419600" cy="34290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최근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1시간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단위로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가능성이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변화하는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모습을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보여주는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그래프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바 (0-100%로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보여줍니다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.)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BA0E96-A9BC-437F-8456-EDC0A3293863}"/>
              </a:ext>
            </a:extLst>
          </p:cNvPr>
          <p:cNvSpPr/>
          <p:nvPr/>
        </p:nvSpPr>
        <p:spPr>
          <a:xfrm>
            <a:off x="578644" y="3964727"/>
            <a:ext cx="271462" cy="180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B26D8D-7545-47BF-B711-8DA6674E8EBA}"/>
              </a:ext>
            </a:extLst>
          </p:cNvPr>
          <p:cNvSpPr txBox="1"/>
          <p:nvPr/>
        </p:nvSpPr>
        <p:spPr>
          <a:xfrm>
            <a:off x="495419" y="3955147"/>
            <a:ext cx="287258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" b="1" dirty="0"/>
              <a:t>안전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ABC5A1C-897D-49EE-9484-EC0D2C337771}"/>
              </a:ext>
            </a:extLst>
          </p:cNvPr>
          <p:cNvSpPr/>
          <p:nvPr/>
        </p:nvSpPr>
        <p:spPr>
          <a:xfrm>
            <a:off x="1398642" y="3964727"/>
            <a:ext cx="271462" cy="180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EE8CD0-CC79-49CA-A2E2-E0FCC4F489A8}"/>
              </a:ext>
            </a:extLst>
          </p:cNvPr>
          <p:cNvSpPr txBox="1"/>
          <p:nvPr/>
        </p:nvSpPr>
        <p:spPr>
          <a:xfrm>
            <a:off x="1322442" y="3955147"/>
            <a:ext cx="287258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" b="1" dirty="0"/>
              <a:t>관찰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4C7AEC-7841-48BC-B18C-B7F6940C40DB}"/>
              </a:ext>
            </a:extLst>
          </p:cNvPr>
          <p:cNvSpPr txBox="1"/>
          <p:nvPr/>
        </p:nvSpPr>
        <p:spPr>
          <a:xfrm>
            <a:off x="495419" y="4032388"/>
            <a:ext cx="287258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" b="1"/>
              <a:t>주의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C5FAE9-8587-47FB-AB09-8CF7F7E1BC88}"/>
              </a:ext>
            </a:extLst>
          </p:cNvPr>
          <p:cNvSpPr txBox="1"/>
          <p:nvPr/>
        </p:nvSpPr>
        <p:spPr>
          <a:xfrm>
            <a:off x="1322442" y="4032388"/>
            <a:ext cx="287258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" b="1" dirty="0"/>
              <a:t>위험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E42434D-6C02-4AEA-958F-763BD4BD51CB}"/>
              </a:ext>
            </a:extLst>
          </p:cNvPr>
          <p:cNvSpPr/>
          <p:nvPr/>
        </p:nvSpPr>
        <p:spPr>
          <a:xfrm>
            <a:off x="1345406" y="4002406"/>
            <a:ext cx="45719" cy="4571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E21DE68-DC0D-473E-B2DA-8CDB59709F54}"/>
              </a:ext>
            </a:extLst>
          </p:cNvPr>
          <p:cNvSpPr/>
          <p:nvPr/>
        </p:nvSpPr>
        <p:spPr>
          <a:xfrm>
            <a:off x="1292439" y="3555860"/>
            <a:ext cx="45719" cy="4571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EF176DD-DED7-425D-B764-0A0E71C6065F}"/>
              </a:ext>
            </a:extLst>
          </p:cNvPr>
          <p:cNvSpPr/>
          <p:nvPr/>
        </p:nvSpPr>
        <p:spPr>
          <a:xfrm>
            <a:off x="2345620" y="3187958"/>
            <a:ext cx="85725" cy="85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0F59102-1E9F-4FF7-B314-AEA61360FBB3}"/>
              </a:ext>
            </a:extLst>
          </p:cNvPr>
          <p:cNvSpPr/>
          <p:nvPr/>
        </p:nvSpPr>
        <p:spPr>
          <a:xfrm>
            <a:off x="2345620" y="2793529"/>
            <a:ext cx="85725" cy="85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F1148A-0415-41C3-A576-CC7BD06382F9}"/>
              </a:ext>
            </a:extLst>
          </p:cNvPr>
          <p:cNvSpPr txBox="1"/>
          <p:nvPr/>
        </p:nvSpPr>
        <p:spPr>
          <a:xfrm>
            <a:off x="2257677" y="2751738"/>
            <a:ext cx="26161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/>
              <a:t>48</a:t>
            </a:r>
            <a:endParaRPr lang="ko-KR" altLang="en-US" sz="6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D992005-6FCD-4A39-A6BD-5D19F50E3A21}"/>
              </a:ext>
            </a:extLst>
          </p:cNvPr>
          <p:cNvSpPr/>
          <p:nvPr/>
        </p:nvSpPr>
        <p:spPr>
          <a:xfrm>
            <a:off x="3400514" y="2664332"/>
            <a:ext cx="261610" cy="85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BC406C-1D3B-4714-B667-CB7CB6EE44B6}"/>
              </a:ext>
            </a:extLst>
          </p:cNvPr>
          <p:cNvSpPr txBox="1"/>
          <p:nvPr/>
        </p:nvSpPr>
        <p:spPr>
          <a:xfrm>
            <a:off x="2257677" y="3146167"/>
            <a:ext cx="26161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/>
              <a:t>20</a:t>
            </a:r>
            <a:endParaRPr lang="ko-KR" altLang="en-US" sz="6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520BAEB-FB29-4D29-9EF6-141745A195D7}"/>
              </a:ext>
            </a:extLst>
          </p:cNvPr>
          <p:cNvSpPr/>
          <p:nvPr/>
        </p:nvSpPr>
        <p:spPr>
          <a:xfrm>
            <a:off x="2971799" y="3419475"/>
            <a:ext cx="154543" cy="2166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68A60C2-6BC4-436C-B1D2-3CB004117ABA}"/>
              </a:ext>
            </a:extLst>
          </p:cNvPr>
          <p:cNvSpPr/>
          <p:nvPr/>
        </p:nvSpPr>
        <p:spPr>
          <a:xfrm>
            <a:off x="2938461" y="1954911"/>
            <a:ext cx="154543" cy="2166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9A6DA36-E1B8-4EC4-9342-E62A68262B67}"/>
              </a:ext>
            </a:extLst>
          </p:cNvPr>
          <p:cNvSpPr/>
          <p:nvPr/>
        </p:nvSpPr>
        <p:spPr>
          <a:xfrm>
            <a:off x="2595561" y="1939623"/>
            <a:ext cx="154543" cy="2166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676BF64-AA18-4431-A33C-DCD5B7C7F2FE}"/>
              </a:ext>
            </a:extLst>
          </p:cNvPr>
          <p:cNvSpPr/>
          <p:nvPr/>
        </p:nvSpPr>
        <p:spPr>
          <a:xfrm>
            <a:off x="3454047" y="1939623"/>
            <a:ext cx="154543" cy="2166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AD34E8F-D21E-4FEA-8424-E3DE4B12632F}"/>
              </a:ext>
            </a:extLst>
          </p:cNvPr>
          <p:cNvSpPr/>
          <p:nvPr/>
        </p:nvSpPr>
        <p:spPr>
          <a:xfrm>
            <a:off x="2783918" y="3373883"/>
            <a:ext cx="154543" cy="2166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DEB736A-A480-4CF9-BD6C-057FED7621D9}"/>
              </a:ext>
            </a:extLst>
          </p:cNvPr>
          <p:cNvSpPr/>
          <p:nvPr/>
        </p:nvSpPr>
        <p:spPr>
          <a:xfrm>
            <a:off x="2298397" y="3802192"/>
            <a:ext cx="1363727" cy="2166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1" name="그림 32">
            <a:extLst>
              <a:ext uri="{FF2B5EF4-FFF2-40B4-BE49-F238E27FC236}">
                <a16:creationId xmlns:a16="http://schemas.microsoft.com/office/drawing/2014/main" id="{70AE79F9-0124-42D7-AD2C-B92DFE92AF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891" b="77595"/>
          <a:stretch/>
        </p:blipFill>
        <p:spPr>
          <a:xfrm>
            <a:off x="393158" y="2665592"/>
            <a:ext cx="1562100" cy="399699"/>
          </a:xfrm>
          <a:prstGeom prst="rect">
            <a:avLst/>
          </a:prstGeom>
          <a:ln>
            <a:noFill/>
          </a:ln>
        </p:spPr>
      </p:pic>
      <p:pic>
        <p:nvPicPr>
          <p:cNvPr id="62" name="그림 32">
            <a:extLst>
              <a:ext uri="{FF2B5EF4-FFF2-40B4-BE49-F238E27FC236}">
                <a16:creationId xmlns:a16="http://schemas.microsoft.com/office/drawing/2014/main" id="{E4924745-A1AB-4944-B0C9-1DCAE7601A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88573"/>
          <a:stretch/>
        </p:blipFill>
        <p:spPr>
          <a:xfrm>
            <a:off x="400050" y="1135935"/>
            <a:ext cx="1562100" cy="396642"/>
          </a:xfrm>
          <a:prstGeom prst="rect">
            <a:avLst/>
          </a:prstGeom>
          <a:ln>
            <a:noFill/>
          </a:ln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8841304-95C8-437D-AF2B-AC1D13332F10}"/>
              </a:ext>
            </a:extLst>
          </p:cNvPr>
          <p:cNvSpPr>
            <a:spLocks noGrp="1"/>
          </p:cNvSpPr>
          <p:nvPr/>
        </p:nvSpPr>
        <p:spPr>
          <a:xfrm>
            <a:off x="400050" y="952500"/>
            <a:ext cx="15621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 · 대시보드 · 상단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D55948-E90E-45D6-95EE-ECE5D9F88540}"/>
              </a:ext>
            </a:extLst>
          </p:cNvPr>
          <p:cNvSpPr txBox="1"/>
          <p:nvPr/>
        </p:nvSpPr>
        <p:spPr>
          <a:xfrm>
            <a:off x="456151" y="1514032"/>
            <a:ext cx="8963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최근 </a:t>
            </a:r>
            <a:r>
              <a:rPr lang="en-US" altLang="ko-KR" sz="800" b="1" dirty="0"/>
              <a:t>1</a:t>
            </a:r>
            <a:r>
              <a:rPr lang="ko-KR" altLang="en-US" sz="800" b="1" dirty="0"/>
              <a:t>시간 변화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3D730C-364D-44E2-9884-91C220BF3319}"/>
              </a:ext>
            </a:extLst>
          </p:cNvPr>
          <p:cNvSpPr/>
          <p:nvPr/>
        </p:nvSpPr>
        <p:spPr>
          <a:xfrm>
            <a:off x="565798" y="1797137"/>
            <a:ext cx="1216819" cy="73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77C5A609-D3D4-472F-9B44-B63CA47256D7}"/>
              </a:ext>
            </a:extLst>
          </p:cNvPr>
          <p:cNvSpPr/>
          <p:nvPr/>
        </p:nvSpPr>
        <p:spPr>
          <a:xfrm>
            <a:off x="2244200" y="2612301"/>
            <a:ext cx="813414" cy="180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0E1E6-9073-4FF5-9697-CD85242E4EB7}"/>
              </a:ext>
            </a:extLst>
          </p:cNvPr>
          <p:cNvSpPr txBox="1"/>
          <p:nvPr/>
        </p:nvSpPr>
        <p:spPr>
          <a:xfrm>
            <a:off x="2244200" y="2603703"/>
            <a:ext cx="76495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/>
              <a:t>자가 설문 평균</a:t>
            </a:r>
          </a:p>
        </p:txBody>
      </p:sp>
    </p:spTree>
    <p:extLst>
      <p:ext uri="{BB962C8B-B14F-4D97-AF65-F5344CB8AC3E}">
        <p14:creationId xmlns:p14="http://schemas.microsoft.com/office/powerpoint/2010/main" val="1943053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E68876-297C-4827-AE67-5351AA911524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측정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— 20초 </a:t>
            </a: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rPPG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lang="ko-KR" altLang="en-US"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자가평가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이동</a:t>
            </a:r>
            <a:endParaRPr sz="2900" b="1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51C7DC-8341-470D-AC6F-89C3A737D83B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5749C8-CBD1-4D39-BEDA-17838E21681A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D865C4-9D0B-431C-A161-CBE74E3A0CC6}"/>
              </a:ext>
            </a:extLst>
          </p:cNvPr>
          <p:cNvSpPr>
            <a:spLocks noGrp="1"/>
          </p:cNvSpPr>
          <p:nvPr/>
        </p:nvSpPr>
        <p:spPr>
          <a:xfrm>
            <a:off x="2292858" y="836485"/>
            <a:ext cx="11430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NT-04R → NT-07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42A2267-CBCF-43A7-AE84-A88CC602D566}"/>
              </a:ext>
            </a:extLst>
          </p:cNvPr>
          <p:cNvSpPr>
            <a:spLocks noGrp="1"/>
          </p:cNvSpPr>
          <p:nvPr/>
        </p:nvSpPr>
        <p:spPr>
          <a:xfrm>
            <a:off x="5629276" y="1143000"/>
            <a:ext cx="3190874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D9DF939-8699-45BA-A5DB-BB854D2F6C9D}"/>
              </a:ext>
            </a:extLst>
          </p:cNvPr>
          <p:cNvSpPr>
            <a:spLocks noGrp="1"/>
          </p:cNvSpPr>
          <p:nvPr/>
        </p:nvSpPr>
        <p:spPr>
          <a:xfrm>
            <a:off x="5719761" y="12763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A8E7131-9C58-484D-B009-F1874B48FB60}"/>
              </a:ext>
            </a:extLst>
          </p:cNvPr>
          <p:cNvSpPr>
            <a:spLocks noGrp="1"/>
          </p:cNvSpPr>
          <p:nvPr/>
        </p:nvSpPr>
        <p:spPr>
          <a:xfrm>
            <a:off x="5719761" y="12763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83C6993-0594-4A19-8AC2-14302471307F}"/>
              </a:ext>
            </a:extLst>
          </p:cNvPr>
          <p:cNvSpPr>
            <a:spLocks noGrp="1"/>
          </p:cNvSpPr>
          <p:nvPr/>
        </p:nvSpPr>
        <p:spPr>
          <a:xfrm>
            <a:off x="6005511" y="1238250"/>
            <a:ext cx="10668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진입 조건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DCBAFD8-C422-4916-8E29-4C2BB5020D06}"/>
              </a:ext>
            </a:extLst>
          </p:cNvPr>
          <p:cNvSpPr>
            <a:spLocks noGrp="1"/>
          </p:cNvSpPr>
          <p:nvPr/>
        </p:nvSpPr>
        <p:spPr>
          <a:xfrm>
            <a:off x="5719760" y="1557337"/>
            <a:ext cx="300514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필수 동의 4종과 GET /api/rppg/status의 ready 상태가 모두 필요합니다.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C30AA38-ECFC-40A5-87FC-211140FCF8EE}"/>
              </a:ext>
            </a:extLst>
          </p:cNvPr>
          <p:cNvSpPr>
            <a:spLocks noGrp="1"/>
          </p:cNvSpPr>
          <p:nvPr/>
        </p:nvSpPr>
        <p:spPr>
          <a:xfrm>
            <a:off x="5629275" y="2228850"/>
            <a:ext cx="3190876" cy="12001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158B547-0FA5-4F54-8471-CA3FF32C6C81}"/>
              </a:ext>
            </a:extLst>
          </p:cNvPr>
          <p:cNvSpPr>
            <a:spLocks noGrp="1"/>
          </p:cNvSpPr>
          <p:nvPr/>
        </p:nvSpPr>
        <p:spPr>
          <a:xfrm>
            <a:off x="5719761" y="24193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93251F6-C530-4D57-9052-4004CC0E9064}"/>
              </a:ext>
            </a:extLst>
          </p:cNvPr>
          <p:cNvSpPr>
            <a:spLocks noGrp="1"/>
          </p:cNvSpPr>
          <p:nvPr/>
        </p:nvSpPr>
        <p:spPr>
          <a:xfrm>
            <a:off x="5719761" y="24193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F37EFB6-036E-41B7-8689-76AB82685B8D}"/>
              </a:ext>
            </a:extLst>
          </p:cNvPr>
          <p:cNvSpPr>
            <a:spLocks noGrp="1"/>
          </p:cNvSpPr>
          <p:nvPr/>
        </p:nvSpPr>
        <p:spPr>
          <a:xfrm>
            <a:off x="5948360" y="2381250"/>
            <a:ext cx="2366963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 안정화 · 20초 촬영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A86EB39-26F7-44EF-98C2-F230FC461DF4}"/>
              </a:ext>
            </a:extLst>
          </p:cNvPr>
          <p:cNvSpPr>
            <a:spLocks noGrp="1"/>
          </p:cNvSpPr>
          <p:nvPr/>
        </p:nvSpPr>
        <p:spPr>
          <a:xfrm>
            <a:off x="5719760" y="2743200"/>
            <a:ext cx="3005140" cy="552450"/>
          </a:xfrm>
          <a:prstGeom prst="roundRect">
            <a:avLst>
              <a:gd name="adj" fmla="val 1379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한 얼굴을 안내 영역에서 1초 유지하면 자동 촬영합니다. 촬영 중 1초 이상 이탈하면 취소합니다.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5AADC70-517D-4175-B7CC-138F54140481}"/>
              </a:ext>
            </a:extLst>
          </p:cNvPr>
          <p:cNvSpPr>
            <a:spLocks noGrp="1"/>
          </p:cNvSpPr>
          <p:nvPr/>
        </p:nvSpPr>
        <p:spPr>
          <a:xfrm>
            <a:off x="5629276" y="3543300"/>
            <a:ext cx="3190873" cy="1104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0F0778B-B9B1-4042-9382-D68326BAFD0D}"/>
              </a:ext>
            </a:extLst>
          </p:cNvPr>
          <p:cNvSpPr>
            <a:spLocks noGrp="1"/>
          </p:cNvSpPr>
          <p:nvPr/>
        </p:nvSpPr>
        <p:spPr>
          <a:xfrm>
            <a:off x="5719761" y="36766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9BCBD32-B3F6-4148-891A-DDD66FC610BB}"/>
              </a:ext>
            </a:extLst>
          </p:cNvPr>
          <p:cNvSpPr>
            <a:spLocks noGrp="1"/>
          </p:cNvSpPr>
          <p:nvPr/>
        </p:nvSpPr>
        <p:spPr>
          <a:xfrm>
            <a:off x="5719761" y="36766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BB4CBA0-B344-40FD-94D3-BCDD5EC44207}"/>
              </a:ext>
            </a:extLst>
          </p:cNvPr>
          <p:cNvSpPr>
            <a:spLocks noGrp="1"/>
          </p:cNvSpPr>
          <p:nvPr/>
        </p:nvSpPr>
        <p:spPr>
          <a:xfrm>
            <a:off x="6005511" y="3638550"/>
            <a:ext cx="196215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업로드 · 분석 · 결과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860FE89-C4BB-4AFD-BD67-B4110EE94BB8}"/>
              </a:ext>
            </a:extLst>
          </p:cNvPr>
          <p:cNvSpPr>
            <a:spLocks noGrp="1"/>
          </p:cNvSpPr>
          <p:nvPr/>
        </p:nvSpPr>
        <p:spPr>
          <a:xfrm>
            <a:off x="5719760" y="4000500"/>
            <a:ext cx="300514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업로드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로컬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영상을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삭제합니다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결과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저장이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끝나면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챗봇으로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이동하고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이후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Watch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예측이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최신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결과를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대체할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있습니다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pic>
        <p:nvPicPr>
          <p:cNvPr id="46" name="그림 29"/>
          <p:cNvPicPr>
            <a:picLocks noChangeAspect="1"/>
          </p:cNvPicPr>
          <p:nvPr/>
        </p:nvPicPr>
        <p:blipFill>
          <a:blip r:embed="rId3"/>
          <a:srcRect t="1296" b="1296"/>
          <a:stretch>
            <a:fillRect/>
          </a:stretch>
        </p:blipFill>
        <p:spPr>
          <a:xfrm>
            <a:off x="419100" y="1200150"/>
            <a:ext cx="1499616" cy="32461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7" name="그림 30"/>
          <p:cNvPicPr>
            <a:picLocks noChangeAspect="1"/>
          </p:cNvPicPr>
          <p:nvPr/>
        </p:nvPicPr>
        <p:blipFill>
          <a:blip r:embed="rId4"/>
          <a:srcRect t="1296" b="1296"/>
          <a:stretch>
            <a:fillRect/>
          </a:stretch>
        </p:blipFill>
        <p:spPr>
          <a:xfrm>
            <a:off x="2114550" y="1200150"/>
            <a:ext cx="1499616" cy="32461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8" name="그림 31"/>
          <p:cNvPicPr>
            <a:picLocks noChangeAspect="1"/>
          </p:cNvPicPr>
          <p:nvPr/>
        </p:nvPicPr>
        <p:blipFill>
          <a:blip r:embed="rId5"/>
          <a:srcRect t="1296" b="1296"/>
          <a:stretch>
            <a:fillRect/>
          </a:stretch>
        </p:blipFill>
        <p:spPr>
          <a:xfrm>
            <a:off x="3810000" y="1200150"/>
            <a:ext cx="1499616" cy="32461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5888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EBAA82-50A1-47E7-BD5C-3AF29452A93A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 1 — 시작·홈·측정 분기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CD52AFA-0EFB-4043-8415-D8DB8108F9CF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0A005E4-FE64-4250-B46D-6318A5D990E7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7F69F6A-0B76-44A1-856E-E5EF843E43B1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172A46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FIRST RUN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0C9112-8272-4363-A663-FE19DA7300BF}"/>
              </a:ext>
            </a:extLst>
          </p:cNvPr>
          <p:cNvSpPr>
            <a:spLocks noGrp="1"/>
          </p:cNvSpPr>
          <p:nvPr/>
        </p:nvSpPr>
        <p:spPr>
          <a:xfrm>
            <a:off x="1428750" y="8572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첫 실행은 네 단계로 끝나고, 홈이 이후 기능의 허브가 됩니다.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C4559C4-943C-4E40-94A8-EAA5DE9C0C5B}"/>
              </a:ext>
            </a:extLst>
          </p:cNvPr>
          <p:cNvSpPr>
            <a:spLocks noGrp="1"/>
          </p:cNvSpPr>
          <p:nvPr/>
        </p:nvSpPr>
        <p:spPr>
          <a:xfrm>
            <a:off x="495300" y="1314450"/>
            <a:ext cx="1676400" cy="914400"/>
          </a:xfrm>
          <a:prstGeom prst="roundRect">
            <a:avLst>
              <a:gd name="adj" fmla="val 521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NT-01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3409296-37F2-4F80-849C-F014798C9A73}"/>
              </a:ext>
            </a:extLst>
          </p:cNvPr>
          <p:cNvSpPr>
            <a:spLocks noGrp="1"/>
          </p:cNvSpPr>
          <p:nvPr/>
        </p:nvSpPr>
        <p:spPr>
          <a:xfrm>
            <a:off x="495300" y="1314450"/>
            <a:ext cx="57150" cy="91440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A8A007-AD38-4602-A6A7-E257541881DA}"/>
              </a:ext>
            </a:extLst>
          </p:cNvPr>
          <p:cNvSpPr>
            <a:spLocks noGrp="1"/>
          </p:cNvSpPr>
          <p:nvPr/>
        </p:nvSpPr>
        <p:spPr>
          <a:xfrm>
            <a:off x="647700" y="1524000"/>
            <a:ext cx="1390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제품 안내 확인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5E90EFA-0F58-4225-A4A4-3B286AE0F5D1}"/>
              </a:ext>
            </a:extLst>
          </p:cNvPr>
          <p:cNvSpPr>
            <a:spLocks noGrp="1"/>
          </p:cNvSpPr>
          <p:nvPr/>
        </p:nvSpPr>
        <p:spPr>
          <a:xfrm>
            <a:off x="647700" y="1781175"/>
            <a:ext cx="13906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사용 대상과 연구용 한계를 확인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8DBD45D-5F9F-4076-A952-510668993EA6}"/>
              </a:ext>
            </a:extLst>
          </p:cNvPr>
          <p:cNvSpPr>
            <a:spLocks noGrp="1"/>
          </p:cNvSpPr>
          <p:nvPr/>
        </p:nvSpPr>
        <p:spPr>
          <a:xfrm>
            <a:off x="2667000" y="1314450"/>
            <a:ext cx="1676400" cy="9144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NT-02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5E554D3-678A-42AC-857E-D3E00FCB934F}"/>
              </a:ext>
            </a:extLst>
          </p:cNvPr>
          <p:cNvSpPr>
            <a:spLocks noGrp="1"/>
          </p:cNvSpPr>
          <p:nvPr/>
        </p:nvSpPr>
        <p:spPr>
          <a:xfrm>
            <a:off x="2667000" y="1314450"/>
            <a:ext cx="57150" cy="91440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ACC5EE-BF0C-4CF8-B6C8-3F4B1EE2E94B}"/>
              </a:ext>
            </a:extLst>
          </p:cNvPr>
          <p:cNvSpPr>
            <a:spLocks noGrp="1"/>
          </p:cNvSpPr>
          <p:nvPr/>
        </p:nvSpPr>
        <p:spPr>
          <a:xfrm>
            <a:off x="2819400" y="1524000"/>
            <a:ext cx="1390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가입 또는 로그인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C1AE178-665C-4612-99BA-0B98F18E6C69}"/>
              </a:ext>
            </a:extLst>
          </p:cNvPr>
          <p:cNvSpPr>
            <a:spLocks noGrp="1"/>
          </p:cNvSpPr>
          <p:nvPr/>
        </p:nvSpPr>
        <p:spPr>
          <a:xfrm>
            <a:off x="2819400" y="1781175"/>
            <a:ext cx="13906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신규 환자 가입과 기존 계정 진입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5BF1870-EAAE-4968-9634-34A82852F93C}"/>
              </a:ext>
            </a:extLst>
          </p:cNvPr>
          <p:cNvSpPr>
            <a:spLocks noGrp="1"/>
          </p:cNvSpPr>
          <p:nvPr/>
        </p:nvSpPr>
        <p:spPr>
          <a:xfrm>
            <a:off x="4838700" y="1314450"/>
            <a:ext cx="1676400" cy="9144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NT-03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9092BEB-1540-4C97-A8D1-B1596DF22158}"/>
              </a:ext>
            </a:extLst>
          </p:cNvPr>
          <p:cNvSpPr>
            <a:spLocks noGrp="1"/>
          </p:cNvSpPr>
          <p:nvPr/>
        </p:nvSpPr>
        <p:spPr>
          <a:xfrm>
            <a:off x="4838700" y="1314450"/>
            <a:ext cx="57150" cy="91440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73C142A-DEA7-4711-B9AB-8793B92369A8}"/>
              </a:ext>
            </a:extLst>
          </p:cNvPr>
          <p:cNvSpPr>
            <a:spLocks noGrp="1"/>
          </p:cNvSpPr>
          <p:nvPr/>
        </p:nvSpPr>
        <p:spPr>
          <a:xfrm>
            <a:off x="4991100" y="1524000"/>
            <a:ext cx="1390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동의와 권한 저장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AFFBFA9-CBC5-4E3F-B344-02FDC4544F2B}"/>
              </a:ext>
            </a:extLst>
          </p:cNvPr>
          <p:cNvSpPr>
            <a:spLocks noGrp="1"/>
          </p:cNvSpPr>
          <p:nvPr/>
        </p:nvSpPr>
        <p:spPr>
          <a:xfrm>
            <a:off x="4991100" y="1781175"/>
            <a:ext cx="13906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필수·선택 동의 및 기기 권한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FD318B1-6017-4ED5-A7C4-F4A28A57D88B}"/>
              </a:ext>
            </a:extLst>
          </p:cNvPr>
          <p:cNvSpPr>
            <a:spLocks noGrp="1"/>
          </p:cNvSpPr>
          <p:nvPr/>
        </p:nvSpPr>
        <p:spPr>
          <a:xfrm>
            <a:off x="7010400" y="1314450"/>
            <a:ext cx="1676400" cy="914400"/>
          </a:xfrm>
          <a:prstGeom prst="roundRect">
            <a:avLst>
              <a:gd name="adj" fmla="val 0"/>
            </a:avLst>
          </a:prstGeom>
          <a:solidFill>
            <a:srgbClr val="E9F4F2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E5FBF73-AC3D-4480-A103-CE73B85D857D}"/>
              </a:ext>
            </a:extLst>
          </p:cNvPr>
          <p:cNvSpPr>
            <a:spLocks noGrp="1"/>
          </p:cNvSpPr>
          <p:nvPr/>
        </p:nvSpPr>
        <p:spPr>
          <a:xfrm>
            <a:off x="7010400" y="1314450"/>
            <a:ext cx="57150" cy="91440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2F549BB-9BAF-4630-8CB8-594B6D4CCA1A}"/>
              </a:ext>
            </a:extLst>
          </p:cNvPr>
          <p:cNvSpPr>
            <a:spLocks noGrp="1"/>
          </p:cNvSpPr>
          <p:nvPr/>
        </p:nvSpPr>
        <p:spPr>
          <a:xfrm>
            <a:off x="7162800" y="1524000"/>
            <a:ext cx="1390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 진입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9A8FC79-0886-4C21-AF9F-431F45525164}"/>
              </a:ext>
            </a:extLst>
          </p:cNvPr>
          <p:cNvSpPr>
            <a:spLocks noGrp="1"/>
          </p:cNvSpPr>
          <p:nvPr/>
        </p:nvSpPr>
        <p:spPr>
          <a:xfrm>
            <a:off x="7162800" y="1781175"/>
            <a:ext cx="13906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갈망 상태와 Watch 연결 확인</a:t>
            </a:r>
          </a:p>
        </p:txBody>
      </p:sp>
      <p:cxnSp>
        <p:nvCxnSpPr>
          <p:cNvPr id="72" name="직선 화살표 연결선 71"/>
          <p:cNvCxnSpPr>
            <a:stCxn id="8" idx="3"/>
            <a:endCxn id="12" idx="1"/>
          </p:cNvCxnSpPr>
          <p:nvPr/>
        </p:nvCxnSpPr>
        <p:spPr>
          <a:xfrm>
            <a:off x="2171700" y="1771650"/>
            <a:ext cx="495300" cy="0"/>
          </a:xfrm>
          <a:prstGeom prst="straightConnector1">
            <a:avLst/>
          </a:prstGeom>
          <a:ln w="17145">
            <a:solidFill>
              <a:srgbClr val="267A73"/>
            </a:solidFill>
            <a:prstDash val="solid"/>
            <a:tailEnd type="arrow" w="sm" len="sm"/>
          </a:ln>
        </p:spPr>
      </p:cxnSp>
      <p:cxnSp>
        <p:nvCxnSpPr>
          <p:cNvPr id="73" name="직선 화살표 연결선 72"/>
          <p:cNvCxnSpPr>
            <a:stCxn id="12" idx="3"/>
            <a:endCxn id="16" idx="1"/>
          </p:cNvCxnSpPr>
          <p:nvPr/>
        </p:nvCxnSpPr>
        <p:spPr>
          <a:xfrm>
            <a:off x="4343400" y="1771650"/>
            <a:ext cx="495300" cy="0"/>
          </a:xfrm>
          <a:prstGeom prst="straightConnector1">
            <a:avLst/>
          </a:prstGeom>
          <a:ln w="17145">
            <a:solidFill>
              <a:srgbClr val="267A73"/>
            </a:solidFill>
            <a:prstDash val="solid"/>
            <a:tailEnd type="arrow" w="sm" len="sm"/>
          </a:ln>
        </p:spPr>
      </p:cxnSp>
      <p:cxnSp>
        <p:nvCxnSpPr>
          <p:cNvPr id="74" name="직선 화살표 연결선 73"/>
          <p:cNvCxnSpPr>
            <a:stCxn id="16" idx="3"/>
            <a:endCxn id="20" idx="1"/>
          </p:cNvCxnSpPr>
          <p:nvPr/>
        </p:nvCxnSpPr>
        <p:spPr>
          <a:xfrm>
            <a:off x="6515100" y="1771650"/>
            <a:ext cx="495300" cy="0"/>
          </a:xfrm>
          <a:prstGeom prst="straightConnector1">
            <a:avLst/>
          </a:prstGeom>
          <a:ln w="17145">
            <a:solidFill>
              <a:srgbClr val="267A73"/>
            </a:solidFill>
            <a:prstDash val="solid"/>
            <a:tailEnd type="arrow" w="sm" len="sm"/>
          </a:ln>
        </p:spPr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4C180B1-249E-4551-B29F-E505F38BAE06}"/>
              </a:ext>
            </a:extLst>
          </p:cNvPr>
          <p:cNvSpPr>
            <a:spLocks noGrp="1"/>
          </p:cNvSpPr>
          <p:nvPr/>
        </p:nvSpPr>
        <p:spPr>
          <a:xfrm>
            <a:off x="495300" y="2647949"/>
            <a:ext cx="8191500" cy="2071687"/>
          </a:xfrm>
          <a:prstGeom prst="roundRect">
            <a:avLst>
              <a:gd name="adj" fmla="val 8511"/>
            </a:avLst>
          </a:prstGeom>
          <a:noFill/>
          <a:ln w="11430">
            <a:solidFill>
              <a:srgbClr val="E5EFED"/>
            </a:solidFill>
            <a:prstDash val="solid"/>
          </a:ln>
        </p:spPr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13F6546-925D-4469-BDCB-604ABA931246}"/>
              </a:ext>
            </a:extLst>
          </p:cNvPr>
          <p:cNvSpPr>
            <a:spLocks noGrp="1"/>
          </p:cNvSpPr>
          <p:nvPr/>
        </p:nvSpPr>
        <p:spPr>
          <a:xfrm>
            <a:off x="704850" y="28003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9F4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HOME HUB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BD6A357-9B0E-4A59-852F-9F03F96F26A8}"/>
              </a:ext>
            </a:extLst>
          </p:cNvPr>
          <p:cNvSpPr>
            <a:spLocks noGrp="1"/>
          </p:cNvSpPr>
          <p:nvPr/>
        </p:nvSpPr>
        <p:spPr>
          <a:xfrm>
            <a:off x="3524250" y="2800350"/>
            <a:ext cx="2095500" cy="762000"/>
          </a:xfrm>
          <a:prstGeom prst="roundRect">
            <a:avLst>
              <a:gd name="adj" fmla="val 0"/>
            </a:avLst>
          </a:prstGeom>
          <a:solidFill>
            <a:srgbClr val="E9F4F2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F22BA72D-7F3A-4426-8FCE-A18353E2B224}"/>
              </a:ext>
            </a:extLst>
          </p:cNvPr>
          <p:cNvSpPr>
            <a:spLocks noGrp="1"/>
          </p:cNvSpPr>
          <p:nvPr/>
        </p:nvSpPr>
        <p:spPr>
          <a:xfrm>
            <a:off x="3524250" y="2800350"/>
            <a:ext cx="57150" cy="76200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CD2CE5D-36D4-4A45-9EAA-F6CD0B0B607E}"/>
              </a:ext>
            </a:extLst>
          </p:cNvPr>
          <p:cNvSpPr>
            <a:spLocks noGrp="1"/>
          </p:cNvSpPr>
          <p:nvPr/>
        </p:nvSpPr>
        <p:spPr>
          <a:xfrm>
            <a:off x="3676650" y="3009900"/>
            <a:ext cx="1809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홈에서 선택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8C88A05-B52E-45C1-AF0D-B02238E59300}"/>
              </a:ext>
            </a:extLst>
          </p:cNvPr>
          <p:cNvSpPr>
            <a:spLocks noGrp="1"/>
          </p:cNvSpPr>
          <p:nvPr/>
        </p:nvSpPr>
        <p:spPr>
          <a:xfrm>
            <a:off x="3676650" y="32670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현재 상태를 유지한 채 기능으로 이동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5F04EDD-2AA2-4C9F-A070-6439F56465A9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1943100" cy="738186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D0C470D4-B140-4679-8B7D-2702EDDF5A0C}"/>
              </a:ext>
            </a:extLst>
          </p:cNvPr>
          <p:cNvSpPr>
            <a:spLocks noGrp="1"/>
          </p:cNvSpPr>
          <p:nvPr/>
        </p:nvSpPr>
        <p:spPr>
          <a:xfrm>
            <a:off x="1009650" y="3981450"/>
            <a:ext cx="114300" cy="114300"/>
          </a:xfrm>
          <a:prstGeom prst="ellipse">
            <a:avLst/>
          </a:prstGeom>
          <a:solidFill>
            <a:srgbClr val="7D918E"/>
          </a:solidFill>
          <a:ln w="0">
            <a:solidFill>
              <a:srgbClr val="7D918E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A68B682-4CCD-470B-A085-547E0CAB01E0}"/>
              </a:ext>
            </a:extLst>
          </p:cNvPr>
          <p:cNvSpPr>
            <a:spLocks noGrp="1"/>
          </p:cNvSpPr>
          <p:nvPr/>
        </p:nvSpPr>
        <p:spPr>
          <a:xfrm>
            <a:off x="1200150" y="3924300"/>
            <a:ext cx="1504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3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설정</a:t>
            </a:r>
            <a:endParaRPr sz="938" b="1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70EDDAC-3167-47D7-A309-B99C5118FB43}"/>
              </a:ext>
            </a:extLst>
          </p:cNvPr>
          <p:cNvSpPr>
            <a:spLocks noGrp="1"/>
          </p:cNvSpPr>
          <p:nvPr/>
        </p:nvSpPr>
        <p:spPr>
          <a:xfrm>
            <a:off x="1200150" y="4133850"/>
            <a:ext cx="1504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13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계정·동의·권한</a:t>
            </a:r>
            <a:endParaRPr sz="713" b="0" dirty="0">
              <a:solidFill>
                <a:srgbClr val="5B747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ECD647B-768A-48FF-8B8E-1E3DE59EFD3D}"/>
              </a:ext>
            </a:extLst>
          </p:cNvPr>
          <p:cNvSpPr>
            <a:spLocks noGrp="1"/>
          </p:cNvSpPr>
          <p:nvPr/>
        </p:nvSpPr>
        <p:spPr>
          <a:xfrm>
            <a:off x="3600450" y="3848100"/>
            <a:ext cx="1943100" cy="738186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F7777FDD-540E-49A5-91F9-C8CF918B2BFC}"/>
              </a:ext>
            </a:extLst>
          </p:cNvPr>
          <p:cNvSpPr>
            <a:spLocks noGrp="1"/>
          </p:cNvSpPr>
          <p:nvPr/>
        </p:nvSpPr>
        <p:spPr>
          <a:xfrm>
            <a:off x="3733800" y="3981450"/>
            <a:ext cx="114300" cy="114300"/>
          </a:xfrm>
          <a:prstGeom prst="ellipse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FD83602-6C50-4DCC-85E2-18CDDBD823C7}"/>
              </a:ext>
            </a:extLst>
          </p:cNvPr>
          <p:cNvSpPr>
            <a:spLocks noGrp="1"/>
          </p:cNvSpPr>
          <p:nvPr/>
        </p:nvSpPr>
        <p:spPr>
          <a:xfrm>
            <a:off x="3924300" y="3924300"/>
            <a:ext cx="1504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3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하단 탭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43E685B-DACC-4113-8AC1-E0C557D6AF07}"/>
              </a:ext>
            </a:extLst>
          </p:cNvPr>
          <p:cNvSpPr>
            <a:spLocks noGrp="1"/>
          </p:cNvSpPr>
          <p:nvPr/>
        </p:nvSpPr>
        <p:spPr>
          <a:xfrm>
            <a:off x="3924300" y="4133850"/>
            <a:ext cx="1504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13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대시보드 · 챗봇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A3C8C3B-E2F9-439A-8FC6-EE8334D60983}"/>
              </a:ext>
            </a:extLst>
          </p:cNvPr>
          <p:cNvSpPr>
            <a:spLocks noGrp="1"/>
          </p:cNvSpPr>
          <p:nvPr/>
        </p:nvSpPr>
        <p:spPr>
          <a:xfrm>
            <a:off x="6324600" y="3848100"/>
            <a:ext cx="1943100" cy="738186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043B1E42-2F4D-4ADB-88E0-B798A64C65BC}"/>
              </a:ext>
            </a:extLst>
          </p:cNvPr>
          <p:cNvSpPr>
            <a:spLocks noGrp="1"/>
          </p:cNvSpPr>
          <p:nvPr/>
        </p:nvSpPr>
        <p:spPr>
          <a:xfrm>
            <a:off x="6457950" y="3981450"/>
            <a:ext cx="114300" cy="114300"/>
          </a:xfrm>
          <a:prstGeom prst="ellipse">
            <a:avLst/>
          </a:prstGeom>
          <a:solidFill>
            <a:srgbClr val="D68A22"/>
          </a:solidFill>
          <a:ln w="0">
            <a:solidFill>
              <a:srgbClr val="D68A22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CD578A5-CCA4-4BAC-802B-0CCA8005AE59}"/>
              </a:ext>
            </a:extLst>
          </p:cNvPr>
          <p:cNvSpPr>
            <a:spLocks noGrp="1"/>
          </p:cNvSpPr>
          <p:nvPr/>
        </p:nvSpPr>
        <p:spPr>
          <a:xfrm>
            <a:off x="6648450" y="3924300"/>
            <a:ext cx="1504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3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측정 선택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592F2BE-0146-4EA6-AF34-1B9765196633}"/>
              </a:ext>
            </a:extLst>
          </p:cNvPr>
          <p:cNvSpPr>
            <a:spLocks noGrp="1"/>
          </p:cNvSpPr>
          <p:nvPr/>
        </p:nvSpPr>
        <p:spPr>
          <a:xfrm>
            <a:off x="6648450" y="4133850"/>
            <a:ext cx="1504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13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Watch 또는 20초 얼굴 측정</a:t>
            </a:r>
          </a:p>
        </p:txBody>
      </p:sp>
      <p:cxnSp>
        <p:nvCxnSpPr>
          <p:cNvPr id="93" name="연결선: 꺾임 92"/>
          <p:cNvCxnSpPr>
            <a:cxnSpLocks/>
            <a:stCxn id="29" idx="2"/>
            <a:endCxn id="33" idx="0"/>
          </p:cNvCxnSpPr>
          <p:nvPr/>
        </p:nvCxnSpPr>
        <p:spPr>
          <a:xfrm rot="5400000">
            <a:off x="3067050" y="2343150"/>
            <a:ext cx="285750" cy="2724150"/>
          </a:xfrm>
          <a:prstGeom prst="bentConnector3">
            <a:avLst>
              <a:gd name="adj1" fmla="val 50000"/>
            </a:avLst>
          </a:prstGeom>
          <a:ln w="17145">
            <a:solidFill>
              <a:srgbClr val="267A73"/>
            </a:solidFill>
            <a:prstDash val="solid"/>
            <a:tailEnd type="arrow" w="sm" len="sm"/>
          </a:ln>
        </p:spPr>
      </p:cxnSp>
      <p:cxnSp>
        <p:nvCxnSpPr>
          <p:cNvPr id="94" name="직선 화살표 연결선 93"/>
          <p:cNvCxnSpPr>
            <a:cxnSpLocks/>
            <a:stCxn id="29" idx="2"/>
            <a:endCxn id="37" idx="0"/>
          </p:cNvCxnSpPr>
          <p:nvPr/>
        </p:nvCxnSpPr>
        <p:spPr>
          <a:xfrm>
            <a:off x="4572000" y="3562350"/>
            <a:ext cx="0" cy="285750"/>
          </a:xfrm>
          <a:prstGeom prst="straightConnector1">
            <a:avLst/>
          </a:prstGeom>
          <a:ln w="17145">
            <a:solidFill>
              <a:srgbClr val="267A73"/>
            </a:solidFill>
            <a:prstDash val="solid"/>
            <a:tailEnd type="arrow" w="sm" len="sm"/>
          </a:ln>
        </p:spPr>
      </p:cxnSp>
      <p:cxnSp>
        <p:nvCxnSpPr>
          <p:cNvPr id="95" name="연결선: 꺾임 94"/>
          <p:cNvCxnSpPr>
            <a:cxnSpLocks/>
            <a:stCxn id="29" idx="2"/>
            <a:endCxn id="41" idx="0"/>
          </p:cNvCxnSpPr>
          <p:nvPr/>
        </p:nvCxnSpPr>
        <p:spPr>
          <a:xfrm rot="16200000" flipH="1">
            <a:off x="5791200" y="2343150"/>
            <a:ext cx="285750" cy="2724150"/>
          </a:xfrm>
          <a:prstGeom prst="bentConnector3">
            <a:avLst>
              <a:gd name="adj1" fmla="val 50000"/>
            </a:avLst>
          </a:prstGeom>
          <a:ln w="17145">
            <a:solidFill>
              <a:srgbClr val="267A73"/>
            </a:solidFill>
            <a:prstDash val="solid"/>
            <a:tailEnd type="arrow" w="sm" len="sm"/>
          </a:ln>
        </p:spPr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150D982-5F78-495B-AFDD-42F8051C2DB8}"/>
              </a:ext>
            </a:extLst>
          </p:cNvPr>
          <p:cNvSpPr>
            <a:spLocks noGrp="1"/>
          </p:cNvSpPr>
          <p:nvPr/>
        </p:nvSpPr>
        <p:spPr>
          <a:xfrm>
            <a:off x="1600200" y="43624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13" b="0">
                <a:solidFill>
                  <a:srgbClr val="7D918E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7D918E"/>
                </a:solidFill>
                <a:latin typeface="Malgun Gothic"/>
                <a:ea typeface="Malgun Gothic"/>
                <a:cs typeface="Malgun Gothic"/>
              </a:rPr>
              <a:t>NT-09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920A763-30E5-4347-8BE2-BF7AA7DB70FE}"/>
              </a:ext>
            </a:extLst>
          </p:cNvPr>
          <p:cNvSpPr>
            <a:spLocks noGrp="1"/>
          </p:cNvSpPr>
          <p:nvPr/>
        </p:nvSpPr>
        <p:spPr>
          <a:xfrm>
            <a:off x="4171950" y="4362450"/>
            <a:ext cx="800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13" b="0">
                <a:solidFill>
                  <a:srgbClr val="7D918E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7D918E"/>
                </a:solidFill>
                <a:latin typeface="Malgun Gothic"/>
                <a:ea typeface="Malgun Gothic"/>
                <a:cs typeface="Malgun Gothic"/>
              </a:rPr>
              <a:t>NT-08 / NT-07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EEF8317-64A7-490A-934F-5F6113147E90}"/>
              </a:ext>
            </a:extLst>
          </p:cNvPr>
          <p:cNvSpPr>
            <a:spLocks noGrp="1"/>
          </p:cNvSpPr>
          <p:nvPr/>
        </p:nvSpPr>
        <p:spPr>
          <a:xfrm>
            <a:off x="7010400" y="43624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13" b="0">
                <a:solidFill>
                  <a:srgbClr val="7D918E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7D918E"/>
                </a:solidFill>
                <a:latin typeface="Malgun Gothic"/>
                <a:ea typeface="Malgun Gothic"/>
                <a:cs typeface="Malgun Gothic"/>
              </a:rPr>
              <a:t>NT-04R</a:t>
            </a:r>
          </a:p>
        </p:txBody>
      </p:sp>
    </p:spTree>
    <p:extLst>
      <p:ext uri="{BB962C8B-B14F-4D97-AF65-F5344CB8AC3E}">
        <p14:creationId xmlns:p14="http://schemas.microsoft.com/office/powerpoint/2010/main" val="549288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EBAA82-50A1-47E7-BD5C-3AF29452A93A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2 — </a:t>
            </a: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lang="ko-KR" altLang="en-US"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자가설문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대화</a:t>
            </a:r>
            <a:endParaRPr sz="2900" b="1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CD52AFA-0EFB-4043-8415-D8DB8108F9CF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0A005E4-FE64-4250-B46D-6318A5D990E7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795ECCC-102B-4AA6-81DC-2E81620DB1A1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1162050" cy="228600"/>
          </a:xfrm>
          <a:prstGeom prst="roundRect">
            <a:avLst>
              <a:gd name="adj" fmla="val 50000"/>
            </a:avLst>
          </a:prstGeom>
          <a:solidFill>
            <a:srgbClr val="172A46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DECISION FLOW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5221451-4144-47C5-AB3D-AAB1B2E66453}"/>
              </a:ext>
            </a:extLst>
          </p:cNvPr>
          <p:cNvSpPr>
            <a:spLocks noGrp="1"/>
          </p:cNvSpPr>
          <p:nvPr/>
        </p:nvSpPr>
        <p:spPr>
          <a:xfrm>
            <a:off x="1733550" y="8572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알림은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확정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판정이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아니라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대화를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제안하며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975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자가설문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는 </a:t>
            </a:r>
            <a:r>
              <a:rPr sz="975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선택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사항입니다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5139310-30A9-484B-8902-10DD763F399C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1638300" cy="1009650"/>
          </a:xfrm>
          <a:prstGeom prst="roundRect">
            <a:avLst>
              <a:gd name="adj" fmla="val 471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NT-05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F8105FE-C56F-474B-BDB0-226B48A16ABE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7150" cy="100965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74DC41B-93C5-437E-B620-D022D3A7E889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1352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알림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0B79C17-49ED-4B5C-9AE4-5712F55290AA}"/>
              </a:ext>
            </a:extLst>
          </p:cNvPr>
          <p:cNvSpPr>
            <a:spLocks noGrp="1"/>
          </p:cNvSpPr>
          <p:nvPr/>
        </p:nvSpPr>
        <p:spPr>
          <a:xfrm>
            <a:off x="609600" y="2276475"/>
            <a:ext cx="13525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대화 권장 안내를 스마트폰 팝업으로 표시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103F53C-9EA0-45D2-8AB2-B2A6734C9A7D}"/>
              </a:ext>
            </a:extLst>
          </p:cNvPr>
          <p:cNvSpPr>
            <a:spLocks noGrp="1"/>
          </p:cNvSpPr>
          <p:nvPr/>
        </p:nvSpPr>
        <p:spPr>
          <a:xfrm>
            <a:off x="2571750" y="1809750"/>
            <a:ext cx="1676400" cy="1009650"/>
          </a:xfrm>
          <a:prstGeom prst="roundRect">
            <a:avLst>
              <a:gd name="adj" fmla="val 943"/>
            </a:avLst>
          </a:prstGeom>
          <a:solidFill>
            <a:srgbClr val="E9F4F2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ACTION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46DC6C7-33E9-4832-9744-E03EC6CFE75A}"/>
              </a:ext>
            </a:extLst>
          </p:cNvPr>
          <p:cNvSpPr>
            <a:spLocks noGrp="1"/>
          </p:cNvSpPr>
          <p:nvPr/>
        </p:nvSpPr>
        <p:spPr>
          <a:xfrm>
            <a:off x="2571750" y="1809750"/>
            <a:ext cx="57150" cy="100965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D828DF-70A5-4D19-9894-C83AC7D39BE2}"/>
              </a:ext>
            </a:extLst>
          </p:cNvPr>
          <p:cNvSpPr>
            <a:spLocks noGrp="1"/>
          </p:cNvSpPr>
          <p:nvPr/>
        </p:nvSpPr>
        <p:spPr>
          <a:xfrm>
            <a:off x="2724150" y="2019300"/>
            <a:ext cx="1390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사용자 선택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7275D69-13FB-4206-B600-8C2677B00E30}"/>
              </a:ext>
            </a:extLst>
          </p:cNvPr>
          <p:cNvSpPr>
            <a:spLocks noGrp="1"/>
          </p:cNvSpPr>
          <p:nvPr/>
        </p:nvSpPr>
        <p:spPr>
          <a:xfrm>
            <a:off x="2724150" y="2276475"/>
            <a:ext cx="1390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지금 대화하기</a:t>
            </a:r>
          </a:p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또는 나중에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019BF65-F3BC-441D-8E8C-5F7AD6D6F7E3}"/>
              </a:ext>
            </a:extLst>
          </p:cNvPr>
          <p:cNvSpPr>
            <a:spLocks noGrp="1"/>
          </p:cNvSpPr>
          <p:nvPr/>
        </p:nvSpPr>
        <p:spPr>
          <a:xfrm>
            <a:off x="5124450" y="1123950"/>
            <a:ext cx="1752600" cy="10858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D68A22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D68A22"/>
                </a:solidFill>
                <a:latin typeface="Malgun Gothic"/>
                <a:ea typeface="Malgun Gothic"/>
                <a:cs typeface="Malgun Gothic"/>
              </a:rPr>
              <a:t>NT-06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3595DC1-B950-406A-BB68-36FBC0B3C81E}"/>
              </a:ext>
            </a:extLst>
          </p:cNvPr>
          <p:cNvSpPr>
            <a:spLocks noGrp="1"/>
          </p:cNvSpPr>
          <p:nvPr/>
        </p:nvSpPr>
        <p:spPr>
          <a:xfrm>
            <a:off x="5124450" y="1123950"/>
            <a:ext cx="57150" cy="1085850"/>
          </a:xfrm>
          <a:prstGeom prst="roundRect">
            <a:avLst>
              <a:gd name="adj" fmla="val 50000"/>
            </a:avLst>
          </a:prstGeom>
          <a:solidFill>
            <a:srgbClr val="D68A22"/>
          </a:solidFill>
          <a:ln w="0">
            <a:solidFill>
              <a:srgbClr val="D68A22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4F74F9-F30D-46FE-8AB6-C33B938C2C8B}"/>
              </a:ext>
            </a:extLst>
          </p:cNvPr>
          <p:cNvSpPr>
            <a:spLocks noGrp="1"/>
          </p:cNvSpPr>
          <p:nvPr/>
        </p:nvSpPr>
        <p:spPr>
          <a:xfrm>
            <a:off x="5276850" y="1333500"/>
            <a:ext cx="1466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88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자가설문</a:t>
            </a:r>
            <a:r>
              <a:rPr sz="1088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88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선택</a:t>
            </a:r>
            <a:endParaRPr sz="1088" b="1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627913C-6D31-4CAC-9694-4E605E9E0827}"/>
              </a:ext>
            </a:extLst>
          </p:cNvPr>
          <p:cNvSpPr>
            <a:spLocks noGrp="1"/>
          </p:cNvSpPr>
          <p:nvPr/>
        </p:nvSpPr>
        <p:spPr>
          <a:xfrm>
            <a:off x="5276850" y="1590675"/>
            <a:ext cx="14668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788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8</a:t>
            </a:r>
            <a:r>
              <a:rPr sz="788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단계 </a:t>
            </a:r>
            <a:r>
              <a:rPr sz="788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응답을</a:t>
            </a:r>
            <a:r>
              <a:rPr sz="788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작성하거나</a:t>
            </a:r>
            <a:r>
              <a:rPr sz="788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건너뛰기</a:t>
            </a:r>
            <a:endParaRPr sz="788" b="0" dirty="0">
              <a:solidFill>
                <a:srgbClr val="5B747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F95B8D5-551F-473F-831A-C717430A660B}"/>
              </a:ext>
            </a:extLst>
          </p:cNvPr>
          <p:cNvSpPr>
            <a:spLocks noGrp="1"/>
          </p:cNvSpPr>
          <p:nvPr/>
        </p:nvSpPr>
        <p:spPr>
          <a:xfrm>
            <a:off x="7296150" y="1123950"/>
            <a:ext cx="1581150" cy="1085850"/>
          </a:xfrm>
          <a:prstGeom prst="roundRect">
            <a:avLst>
              <a:gd name="adj" fmla="val 0"/>
            </a:avLst>
          </a:prstGeom>
          <a:solidFill>
            <a:srgbClr val="E9F4F2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29DC1E7-0D54-4090-BBF4-6F12EE84C132}"/>
              </a:ext>
            </a:extLst>
          </p:cNvPr>
          <p:cNvSpPr>
            <a:spLocks noGrp="1"/>
          </p:cNvSpPr>
          <p:nvPr/>
        </p:nvSpPr>
        <p:spPr>
          <a:xfrm>
            <a:off x="7296150" y="1123950"/>
            <a:ext cx="57150" cy="108585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088E6A2-158E-4E03-8322-D58A70083C97}"/>
              </a:ext>
            </a:extLst>
          </p:cNvPr>
          <p:cNvSpPr>
            <a:spLocks noGrp="1"/>
          </p:cNvSpPr>
          <p:nvPr/>
        </p:nvSpPr>
        <p:spPr>
          <a:xfrm>
            <a:off x="7448550" y="1333500"/>
            <a:ext cx="1295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8EF8E90-B67F-4DE0-8139-FA69CAEE5C33}"/>
              </a:ext>
            </a:extLst>
          </p:cNvPr>
          <p:cNvSpPr>
            <a:spLocks noGrp="1"/>
          </p:cNvSpPr>
          <p:nvPr/>
        </p:nvSpPr>
        <p:spPr>
          <a:xfrm>
            <a:off x="7448550" y="1590675"/>
            <a:ext cx="12954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자유대화를 시작하고 현재 세션을 유지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D83C70A-D247-4CD3-87CA-C336CFA6EE5D}"/>
              </a:ext>
            </a:extLst>
          </p:cNvPr>
          <p:cNvSpPr>
            <a:spLocks noGrp="1"/>
          </p:cNvSpPr>
          <p:nvPr/>
        </p:nvSpPr>
        <p:spPr>
          <a:xfrm>
            <a:off x="5124450" y="3105150"/>
            <a:ext cx="1752600" cy="87630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7D918E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7D918E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1CDE848-FAEA-4CAA-893C-E26029E04477}"/>
              </a:ext>
            </a:extLst>
          </p:cNvPr>
          <p:cNvSpPr>
            <a:spLocks noGrp="1"/>
          </p:cNvSpPr>
          <p:nvPr/>
        </p:nvSpPr>
        <p:spPr>
          <a:xfrm>
            <a:off x="5124450" y="3105150"/>
            <a:ext cx="57150" cy="876300"/>
          </a:xfrm>
          <a:prstGeom prst="roundRect">
            <a:avLst>
              <a:gd name="adj" fmla="val 50000"/>
            </a:avLst>
          </a:prstGeom>
          <a:solidFill>
            <a:srgbClr val="7D918E"/>
          </a:solidFill>
          <a:ln w="0">
            <a:solidFill>
              <a:srgbClr val="7D918E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3FAD53-EA5E-480A-B175-BCC48AC3AEE1}"/>
              </a:ext>
            </a:extLst>
          </p:cNvPr>
          <p:cNvSpPr>
            <a:spLocks noGrp="1"/>
          </p:cNvSpPr>
          <p:nvPr/>
        </p:nvSpPr>
        <p:spPr>
          <a:xfrm>
            <a:off x="5276850" y="3314700"/>
            <a:ext cx="1466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현재 화면 유지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3187F0D-1832-4793-ABF5-EFC968066423}"/>
              </a:ext>
            </a:extLst>
          </p:cNvPr>
          <p:cNvSpPr>
            <a:spLocks noGrp="1"/>
          </p:cNvSpPr>
          <p:nvPr/>
        </p:nvSpPr>
        <p:spPr>
          <a:xfrm>
            <a:off x="5276850" y="3571875"/>
            <a:ext cx="1466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나중에를 선택하면 홈으로 복귀</a:t>
            </a:r>
          </a:p>
        </p:txBody>
      </p:sp>
      <p:cxnSp>
        <p:nvCxnSpPr>
          <p:cNvPr id="60" name="직선 화살표 연결선 59"/>
          <p:cNvCxnSpPr>
            <a:stCxn id="8" idx="3"/>
            <a:endCxn id="12" idx="1"/>
          </p:cNvCxnSpPr>
          <p:nvPr/>
        </p:nvCxnSpPr>
        <p:spPr>
          <a:xfrm>
            <a:off x="2095500" y="2314575"/>
            <a:ext cx="476250" cy="0"/>
          </a:xfrm>
          <a:prstGeom prst="straightConnector1">
            <a:avLst/>
          </a:prstGeom>
          <a:ln w="17145">
            <a:solidFill>
              <a:srgbClr val="7D918E"/>
            </a:solidFill>
            <a:prstDash val="solid"/>
            <a:tailEnd type="arrow" w="sm" len="sm"/>
          </a:ln>
        </p:spPr>
      </p:cxnSp>
      <p:cxnSp>
        <p:nvCxnSpPr>
          <p:cNvPr id="61" name="연결선: 꺾임 60"/>
          <p:cNvCxnSpPr>
            <a:stCxn id="12" idx="3"/>
            <a:endCxn id="16" idx="1"/>
          </p:cNvCxnSpPr>
          <p:nvPr/>
        </p:nvCxnSpPr>
        <p:spPr>
          <a:xfrm flipV="1">
            <a:off x="4248150" y="1666875"/>
            <a:ext cx="876300" cy="647700"/>
          </a:xfrm>
          <a:prstGeom prst="bentConnector3">
            <a:avLst>
              <a:gd name="adj1" fmla="val 50000"/>
            </a:avLst>
          </a:prstGeom>
          <a:ln w="17145">
            <a:solidFill>
              <a:srgbClr val="267A73"/>
            </a:solidFill>
            <a:prstDash val="solid"/>
            <a:tailEnd type="arrow" w="sm" len="sm"/>
          </a:ln>
        </p:spPr>
      </p:cxnSp>
      <p:cxnSp>
        <p:nvCxnSpPr>
          <p:cNvPr id="62" name="직선 화살표 연결선 61"/>
          <p:cNvCxnSpPr>
            <a:stCxn id="16" idx="3"/>
            <a:endCxn id="20" idx="1"/>
          </p:cNvCxnSpPr>
          <p:nvPr/>
        </p:nvCxnSpPr>
        <p:spPr>
          <a:xfrm>
            <a:off x="6877050" y="1666875"/>
            <a:ext cx="419100" cy="0"/>
          </a:xfrm>
          <a:prstGeom prst="straightConnector1">
            <a:avLst/>
          </a:prstGeom>
          <a:ln w="17145">
            <a:solidFill>
              <a:srgbClr val="267A73"/>
            </a:solidFill>
            <a:prstDash val="solid"/>
            <a:tailEnd type="arrow" w="sm" len="sm"/>
          </a:ln>
        </p:spPr>
      </p:cxnSp>
      <p:cxnSp>
        <p:nvCxnSpPr>
          <p:cNvPr id="63" name="연결선: 꺾임 62"/>
          <p:cNvCxnSpPr>
            <a:stCxn id="12" idx="2"/>
            <a:endCxn id="24" idx="1"/>
          </p:cNvCxnSpPr>
          <p:nvPr/>
        </p:nvCxnSpPr>
        <p:spPr>
          <a:xfrm rot="16200000" flipH="1">
            <a:off x="3905250" y="2324100"/>
            <a:ext cx="723900" cy="1714500"/>
          </a:xfrm>
          <a:prstGeom prst="bentConnector2">
            <a:avLst/>
          </a:prstGeom>
          <a:ln w="17145">
            <a:solidFill>
              <a:srgbClr val="7D918E"/>
            </a:solidFill>
            <a:prstDash val="solid"/>
            <a:tailEnd type="arrow" w="sm" len="sm"/>
          </a:ln>
        </p:spPr>
      </p:cxn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431A627-DBA5-453B-843B-B44565EDA20C}"/>
              </a:ext>
            </a:extLst>
          </p:cNvPr>
          <p:cNvSpPr>
            <a:spLocks noGrp="1"/>
          </p:cNvSpPr>
          <p:nvPr/>
        </p:nvSpPr>
        <p:spPr>
          <a:xfrm>
            <a:off x="4305300" y="14097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4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지금 대화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4FD5930-C719-4DB0-A40E-B86126FBF7B8}"/>
              </a:ext>
            </a:extLst>
          </p:cNvPr>
          <p:cNvSpPr>
            <a:spLocks noGrp="1"/>
          </p:cNvSpPr>
          <p:nvPr/>
        </p:nvSpPr>
        <p:spPr>
          <a:xfrm>
            <a:off x="4305300" y="32004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F5F8F7"/>
          </a:solidFill>
          <a:ln w="9525">
            <a:solidFill>
              <a:srgbClr val="C7DED9"/>
            </a:solidFill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나중에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CA1177C-7225-4D62-88AF-D700712DD780}"/>
              </a:ext>
            </a:extLst>
          </p:cNvPr>
          <p:cNvSpPr>
            <a:spLocks noGrp="1"/>
          </p:cNvSpPr>
          <p:nvPr/>
        </p:nvSpPr>
        <p:spPr>
          <a:xfrm>
            <a:off x="457200" y="4248150"/>
            <a:ext cx="8286750" cy="323850"/>
          </a:xfrm>
          <a:prstGeom prst="roundRect">
            <a:avLst>
              <a:gd name="adj" fmla="val 47059"/>
            </a:avLst>
          </a:prstGeom>
          <a:solidFill>
            <a:srgbClr val="F5F8F7"/>
          </a:solidFill>
          <a:ln w="11430">
            <a:solidFill>
              <a:srgbClr val="F5F8F7"/>
            </a:solidFill>
            <a:prstDash val="solid"/>
          </a:ln>
        </p:spPr>
        <p:txBody>
          <a:bodyPr anchor="ctr"/>
          <a:lstStyle/>
          <a:p>
            <a:pPr algn="ctr">
              <a:defRPr sz="825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작성 완료와 건너뛰기는 모두 NT-07로 이동 · 알림을 갈망 확정이나 진단처럼 표현하지 않음</a:t>
            </a:r>
          </a:p>
        </p:txBody>
      </p:sp>
    </p:spTree>
    <p:extLst>
      <p:ext uri="{BB962C8B-B14F-4D97-AF65-F5344CB8AC3E}">
        <p14:creationId xmlns:p14="http://schemas.microsoft.com/office/powerpoint/2010/main" val="549288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75AFC6-4BE6-4A05-B6EB-48FC60E95FC9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3 — </a:t>
            </a: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문자·음성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동일한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메시지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저장</a:t>
            </a:r>
            <a:endParaRPr sz="2900" b="1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91495C5-A772-4807-9100-5AC0A2114B07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F9EB0F-D70E-468C-AD40-33ED86C3C1FD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D26330A-58E7-4CF0-9B5B-DF5F0E0C7740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1371600" cy="228600"/>
          </a:xfrm>
          <a:prstGeom prst="roundRect">
            <a:avLst>
              <a:gd name="adj" fmla="val 50000"/>
            </a:avLst>
          </a:prstGeom>
          <a:solidFill>
            <a:srgbClr val="172A46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ONE MESSAGE PATH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BA86DC-A303-4493-A5EE-7D2ECA23023F}"/>
              </a:ext>
            </a:extLst>
          </p:cNvPr>
          <p:cNvSpPr>
            <a:spLocks noGrp="1"/>
          </p:cNvSpPr>
          <p:nvPr/>
        </p:nvSpPr>
        <p:spPr>
          <a:xfrm>
            <a:off x="1943100" y="857250"/>
            <a:ext cx="657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텍스트와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음성은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편집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가능한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한 </a:t>
            </a:r>
            <a:r>
              <a:rPr sz="975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문장으로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합쳐져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동일한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메시지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경로를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사용합니다</a:t>
            </a:r>
            <a:r>
              <a:rPr sz="975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5DB2971-70F7-4131-9C6E-6877608DF2CC}"/>
              </a:ext>
            </a:extLst>
          </p:cNvPr>
          <p:cNvSpPr>
            <a:spLocks noGrp="1"/>
          </p:cNvSpPr>
          <p:nvPr/>
        </p:nvSpPr>
        <p:spPr>
          <a:xfrm>
            <a:off x="495300" y="1314450"/>
            <a:ext cx="1714500" cy="9144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TEXT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59EA308-FBD8-40CB-8365-8C9F91380B39}"/>
              </a:ext>
            </a:extLst>
          </p:cNvPr>
          <p:cNvSpPr>
            <a:spLocks noGrp="1"/>
          </p:cNvSpPr>
          <p:nvPr/>
        </p:nvSpPr>
        <p:spPr>
          <a:xfrm>
            <a:off x="495300" y="1314450"/>
            <a:ext cx="57150" cy="91440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C286B29-0732-466B-8DBF-EA214A5D8C42}"/>
              </a:ext>
            </a:extLst>
          </p:cNvPr>
          <p:cNvSpPr>
            <a:spLocks noGrp="1"/>
          </p:cNvSpPr>
          <p:nvPr/>
        </p:nvSpPr>
        <p:spPr>
          <a:xfrm>
            <a:off x="647700" y="1524000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텍스트 입력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029AEE-1995-481F-B45F-B32ACD0A771D}"/>
              </a:ext>
            </a:extLst>
          </p:cNvPr>
          <p:cNvSpPr>
            <a:spLocks noGrp="1"/>
          </p:cNvSpPr>
          <p:nvPr/>
        </p:nvSpPr>
        <p:spPr>
          <a:xfrm>
            <a:off x="647700" y="1781175"/>
            <a:ext cx="14287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입력창에서 직접 작성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3E63E33-BD4E-4790-A4EB-23ED8143456D}"/>
              </a:ext>
            </a:extLst>
          </p:cNvPr>
          <p:cNvSpPr>
            <a:spLocks noGrp="1"/>
          </p:cNvSpPr>
          <p:nvPr/>
        </p:nvSpPr>
        <p:spPr>
          <a:xfrm>
            <a:off x="495300" y="2857500"/>
            <a:ext cx="1714500" cy="9144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D68A22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D68A22"/>
                </a:solidFill>
                <a:latin typeface="Malgun Gothic"/>
                <a:ea typeface="Malgun Gothic"/>
                <a:cs typeface="Malgun Gothic"/>
              </a:rPr>
              <a:t>STT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7EBDAC5-90C2-445F-83E6-F7113E748B11}"/>
              </a:ext>
            </a:extLst>
          </p:cNvPr>
          <p:cNvSpPr>
            <a:spLocks noGrp="1"/>
          </p:cNvSpPr>
          <p:nvPr/>
        </p:nvSpPr>
        <p:spPr>
          <a:xfrm>
            <a:off x="495300" y="2857500"/>
            <a:ext cx="57150" cy="914400"/>
          </a:xfrm>
          <a:prstGeom prst="roundRect">
            <a:avLst>
              <a:gd name="adj" fmla="val 50000"/>
            </a:avLst>
          </a:prstGeom>
          <a:solidFill>
            <a:srgbClr val="D68A22"/>
          </a:solidFill>
          <a:ln w="0">
            <a:solidFill>
              <a:srgbClr val="D68A2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505893B-DFEB-4026-AE83-E01CB3C25FCD}"/>
              </a:ext>
            </a:extLst>
          </p:cNvPr>
          <p:cNvSpPr>
            <a:spLocks noGrp="1"/>
          </p:cNvSpPr>
          <p:nvPr/>
        </p:nvSpPr>
        <p:spPr>
          <a:xfrm>
            <a:off x="647700" y="3067050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음성</a:t>
            </a:r>
            <a:r>
              <a:rPr sz="1088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88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입력</a:t>
            </a:r>
            <a:endParaRPr sz="1088" b="1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84CBA8-403D-466C-9675-17D62383E322}"/>
              </a:ext>
            </a:extLst>
          </p:cNvPr>
          <p:cNvSpPr>
            <a:spLocks noGrp="1"/>
          </p:cNvSpPr>
          <p:nvPr/>
        </p:nvSpPr>
        <p:spPr>
          <a:xfrm>
            <a:off x="647700" y="3324225"/>
            <a:ext cx="14287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녹음 → STT → 사용자 수정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00D15A0-A1CB-468B-A8B9-EA4385095F06}"/>
              </a:ext>
            </a:extLst>
          </p:cNvPr>
          <p:cNvSpPr>
            <a:spLocks noGrp="1"/>
          </p:cNvSpPr>
          <p:nvPr/>
        </p:nvSpPr>
        <p:spPr>
          <a:xfrm>
            <a:off x="2781300" y="2076450"/>
            <a:ext cx="1714500" cy="914400"/>
          </a:xfrm>
          <a:prstGeom prst="roundRect">
            <a:avLst>
              <a:gd name="adj" fmla="val 0"/>
            </a:avLst>
          </a:prstGeom>
          <a:solidFill>
            <a:srgbClr val="E9F4F2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B0110F2-D32F-40D9-8DE0-DE254B7D9B39}"/>
              </a:ext>
            </a:extLst>
          </p:cNvPr>
          <p:cNvSpPr>
            <a:spLocks noGrp="1"/>
          </p:cNvSpPr>
          <p:nvPr/>
        </p:nvSpPr>
        <p:spPr>
          <a:xfrm>
            <a:off x="2781300" y="2076450"/>
            <a:ext cx="57150" cy="91440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E921D6-498A-4755-9D4A-B2BA1F8D8CCA}"/>
              </a:ext>
            </a:extLst>
          </p:cNvPr>
          <p:cNvSpPr>
            <a:spLocks noGrp="1"/>
          </p:cNvSpPr>
          <p:nvPr/>
        </p:nvSpPr>
        <p:spPr>
          <a:xfrm>
            <a:off x="2933700" y="2286000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확정 문장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E049C7B-6BD8-4D99-AAE7-BF97AA77A020}"/>
              </a:ext>
            </a:extLst>
          </p:cNvPr>
          <p:cNvSpPr>
            <a:spLocks noGrp="1"/>
          </p:cNvSpPr>
          <p:nvPr/>
        </p:nvSpPr>
        <p:spPr>
          <a:xfrm>
            <a:off x="2933700" y="2543175"/>
            <a:ext cx="14287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전송 전에 내용 확인·편집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304B6F8-B62D-4C49-A3E5-68C4B815B0ED}"/>
              </a:ext>
            </a:extLst>
          </p:cNvPr>
          <p:cNvSpPr>
            <a:spLocks noGrp="1"/>
          </p:cNvSpPr>
          <p:nvPr/>
        </p:nvSpPr>
        <p:spPr>
          <a:xfrm>
            <a:off x="5029200" y="2076450"/>
            <a:ext cx="1466850" cy="9144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API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5B0AAF1-9944-4ACB-928F-B64D00F04404}"/>
              </a:ext>
            </a:extLst>
          </p:cNvPr>
          <p:cNvSpPr>
            <a:spLocks noGrp="1"/>
          </p:cNvSpPr>
          <p:nvPr/>
        </p:nvSpPr>
        <p:spPr>
          <a:xfrm>
            <a:off x="5029200" y="2076450"/>
            <a:ext cx="57150" cy="91440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1135C04-748B-4FB7-88AC-3B74D4B41474}"/>
              </a:ext>
            </a:extLst>
          </p:cNvPr>
          <p:cNvSpPr>
            <a:spLocks noGrp="1"/>
          </p:cNvSpPr>
          <p:nvPr/>
        </p:nvSpPr>
        <p:spPr>
          <a:xfrm>
            <a:off x="5181600" y="2286000"/>
            <a:ext cx="1181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메시지 전송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1227EAD-1609-4438-85E0-C78556447BA2}"/>
              </a:ext>
            </a:extLst>
          </p:cNvPr>
          <p:cNvSpPr>
            <a:spLocks noGrp="1"/>
          </p:cNvSpPr>
          <p:nvPr/>
        </p:nvSpPr>
        <p:spPr>
          <a:xfrm>
            <a:off x="5181600" y="2543175"/>
            <a:ext cx="11811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clientMessageId로 중복 방지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E5567D6-0A33-498C-AFFB-115DF9F9DEEC}"/>
              </a:ext>
            </a:extLst>
          </p:cNvPr>
          <p:cNvSpPr>
            <a:spLocks noGrp="1"/>
          </p:cNvSpPr>
          <p:nvPr/>
        </p:nvSpPr>
        <p:spPr>
          <a:xfrm>
            <a:off x="7029450" y="2076450"/>
            <a:ext cx="1638300" cy="914400"/>
          </a:xfrm>
          <a:prstGeom prst="roundRect">
            <a:avLst>
              <a:gd name="adj" fmla="val 0"/>
            </a:avLst>
          </a:prstGeom>
          <a:solidFill>
            <a:srgbClr val="E9F4F2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D54B920-D397-43AB-B3EB-359FB1D12DB9}"/>
              </a:ext>
            </a:extLst>
          </p:cNvPr>
          <p:cNvSpPr>
            <a:spLocks noGrp="1"/>
          </p:cNvSpPr>
          <p:nvPr/>
        </p:nvSpPr>
        <p:spPr>
          <a:xfrm>
            <a:off x="7029450" y="2076450"/>
            <a:ext cx="57150" cy="91440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43160BF-8081-4703-86FD-C33D41207E30}"/>
              </a:ext>
            </a:extLst>
          </p:cNvPr>
          <p:cNvSpPr>
            <a:spLocks noGrp="1"/>
          </p:cNvSpPr>
          <p:nvPr/>
        </p:nvSpPr>
        <p:spPr>
          <a:xfrm>
            <a:off x="7181850" y="2286000"/>
            <a:ext cx="1352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응답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2A88052-CA07-421D-A9F1-AA620354FB44}"/>
              </a:ext>
            </a:extLst>
          </p:cNvPr>
          <p:cNvSpPr>
            <a:spLocks noGrp="1"/>
          </p:cNvSpPr>
          <p:nvPr/>
        </p:nvSpPr>
        <p:spPr>
          <a:xfrm>
            <a:off x="7181850" y="2543175"/>
            <a:ext cx="13525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텍스트 응답을 같은 대화에 표시</a:t>
            </a:r>
          </a:p>
        </p:txBody>
      </p:sp>
      <p:cxnSp>
        <p:nvCxnSpPr>
          <p:cNvPr id="70" name="연결선: 꺾임 69"/>
          <p:cNvCxnSpPr>
            <a:stCxn id="8" idx="3"/>
            <a:endCxn id="16" idx="1"/>
          </p:cNvCxnSpPr>
          <p:nvPr/>
        </p:nvCxnSpPr>
        <p:spPr>
          <a:xfrm>
            <a:off x="2209800" y="1771650"/>
            <a:ext cx="571500" cy="762000"/>
          </a:xfrm>
          <a:prstGeom prst="bentConnector3">
            <a:avLst>
              <a:gd name="adj1" fmla="val 50000"/>
            </a:avLst>
          </a:prstGeom>
          <a:ln w="17145">
            <a:solidFill>
              <a:srgbClr val="7D918E"/>
            </a:solidFill>
            <a:prstDash val="solid"/>
            <a:tailEnd type="arrow" w="sm" len="sm"/>
          </a:ln>
        </p:spPr>
      </p:cxnSp>
      <p:cxnSp>
        <p:nvCxnSpPr>
          <p:cNvPr id="71" name="연결선: 꺾임 70"/>
          <p:cNvCxnSpPr>
            <a:stCxn id="12" idx="3"/>
            <a:endCxn id="16" idx="1"/>
          </p:cNvCxnSpPr>
          <p:nvPr/>
        </p:nvCxnSpPr>
        <p:spPr>
          <a:xfrm flipV="1">
            <a:off x="2209800" y="2533650"/>
            <a:ext cx="571500" cy="781050"/>
          </a:xfrm>
          <a:prstGeom prst="bentConnector3">
            <a:avLst>
              <a:gd name="adj1" fmla="val 50000"/>
            </a:avLst>
          </a:prstGeom>
          <a:ln w="17145">
            <a:solidFill>
              <a:srgbClr val="D68A22"/>
            </a:solidFill>
            <a:prstDash val="solid"/>
            <a:tailEnd type="arrow" w="sm" len="sm"/>
          </a:ln>
        </p:spPr>
      </p:cxnSp>
      <p:cxnSp>
        <p:nvCxnSpPr>
          <p:cNvPr id="72" name="직선 화살표 연결선 71"/>
          <p:cNvCxnSpPr>
            <a:stCxn id="16" idx="3"/>
            <a:endCxn id="20" idx="1"/>
          </p:cNvCxnSpPr>
          <p:nvPr/>
        </p:nvCxnSpPr>
        <p:spPr>
          <a:xfrm>
            <a:off x="4495800" y="2533650"/>
            <a:ext cx="533400" cy="0"/>
          </a:xfrm>
          <a:prstGeom prst="straightConnector1">
            <a:avLst/>
          </a:prstGeom>
          <a:ln w="17145">
            <a:solidFill>
              <a:srgbClr val="267A73"/>
            </a:solidFill>
            <a:prstDash val="solid"/>
            <a:tailEnd type="arrow" w="sm" len="sm"/>
          </a:ln>
        </p:spPr>
      </p:cxnSp>
      <p:cxnSp>
        <p:nvCxnSpPr>
          <p:cNvPr id="73" name="직선 화살표 연결선 72"/>
          <p:cNvCxnSpPr>
            <a:stCxn id="20" idx="3"/>
            <a:endCxn id="24" idx="1"/>
          </p:cNvCxnSpPr>
          <p:nvPr/>
        </p:nvCxnSpPr>
        <p:spPr>
          <a:xfrm>
            <a:off x="6496050" y="2533650"/>
            <a:ext cx="533400" cy="0"/>
          </a:xfrm>
          <a:prstGeom prst="straightConnector1">
            <a:avLst/>
          </a:prstGeom>
          <a:ln w="17145">
            <a:solidFill>
              <a:srgbClr val="267A73"/>
            </a:solidFill>
            <a:prstDash val="solid"/>
            <a:tailEnd type="arrow" w="sm" len="sm"/>
          </a:ln>
        </p:spPr>
      </p:cxn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A74FD6B-AE4B-4726-A498-782FF61B6996}"/>
              </a:ext>
            </a:extLst>
          </p:cNvPr>
          <p:cNvSpPr>
            <a:spLocks noGrp="1"/>
          </p:cNvSpPr>
          <p:nvPr/>
        </p:nvSpPr>
        <p:spPr>
          <a:xfrm>
            <a:off x="5295900" y="3562350"/>
            <a:ext cx="1524000" cy="5334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DF848CD-FCB1-456D-AE40-2B56B3CD5C44}"/>
              </a:ext>
            </a:extLst>
          </p:cNvPr>
          <p:cNvSpPr>
            <a:spLocks noGrp="1"/>
          </p:cNvSpPr>
          <p:nvPr/>
        </p:nvSpPr>
        <p:spPr>
          <a:xfrm>
            <a:off x="5429250" y="3695700"/>
            <a:ext cx="114300" cy="114300"/>
          </a:xfrm>
          <a:prstGeom prst="ellipse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9CF8D2D-91C3-48E1-AF7C-56AB91B8150A}"/>
              </a:ext>
            </a:extLst>
          </p:cNvPr>
          <p:cNvSpPr>
            <a:spLocks noGrp="1"/>
          </p:cNvSpPr>
          <p:nvPr/>
        </p:nvSpPr>
        <p:spPr>
          <a:xfrm>
            <a:off x="5619750" y="36385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3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듣기 · 정지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A10B80A-8179-4D69-8478-07D40CE7F2BC}"/>
              </a:ext>
            </a:extLst>
          </p:cNvPr>
          <p:cNvSpPr>
            <a:spLocks noGrp="1"/>
          </p:cNvSpPr>
          <p:nvPr/>
        </p:nvSpPr>
        <p:spPr>
          <a:xfrm>
            <a:off x="5619750" y="384810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13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Android TTS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2F06411-B1E5-4553-A8BF-322FFE2D66AD}"/>
              </a:ext>
            </a:extLst>
          </p:cNvPr>
          <p:cNvSpPr>
            <a:spLocks noGrp="1"/>
          </p:cNvSpPr>
          <p:nvPr/>
        </p:nvSpPr>
        <p:spPr>
          <a:xfrm>
            <a:off x="7162800" y="3562350"/>
            <a:ext cx="1504950" cy="5334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7E6C848D-9331-420D-A57A-D1DCD1C39656}"/>
              </a:ext>
            </a:extLst>
          </p:cNvPr>
          <p:cNvSpPr>
            <a:spLocks noGrp="1"/>
          </p:cNvSpPr>
          <p:nvPr/>
        </p:nvSpPr>
        <p:spPr>
          <a:xfrm>
            <a:off x="7296150" y="3695700"/>
            <a:ext cx="114300" cy="114300"/>
          </a:xfrm>
          <a:prstGeom prst="ellipse">
            <a:avLst/>
          </a:prstGeom>
          <a:solidFill>
            <a:srgbClr val="7D918E"/>
          </a:solidFill>
          <a:ln w="0">
            <a:solidFill>
              <a:srgbClr val="7D918E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BA1924B-2913-4AFC-8012-188D0EC79D2A}"/>
              </a:ext>
            </a:extLst>
          </p:cNvPr>
          <p:cNvSpPr>
            <a:spLocks noGrp="1"/>
          </p:cNvSpPr>
          <p:nvPr/>
        </p:nvSpPr>
        <p:spPr>
          <a:xfrm>
            <a:off x="7486650" y="36385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3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대화 종료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F0ABAA8-FEE8-4A78-A992-D8DDD9AF7574}"/>
              </a:ext>
            </a:extLst>
          </p:cNvPr>
          <p:cNvSpPr>
            <a:spLocks noGrp="1"/>
          </p:cNvSpPr>
          <p:nvPr/>
        </p:nvSpPr>
        <p:spPr>
          <a:xfrm>
            <a:off x="7486650" y="384810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13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대시보드 기록 반영</a:t>
            </a:r>
          </a:p>
        </p:txBody>
      </p:sp>
      <p:cxnSp>
        <p:nvCxnSpPr>
          <p:cNvPr id="82" name="연결선: 꺾임 81"/>
          <p:cNvCxnSpPr>
            <a:stCxn id="24" idx="2"/>
            <a:endCxn id="32" idx="0"/>
          </p:cNvCxnSpPr>
          <p:nvPr/>
        </p:nvCxnSpPr>
        <p:spPr>
          <a:xfrm rot="5400000">
            <a:off x="6667500" y="2381250"/>
            <a:ext cx="571500" cy="1790700"/>
          </a:xfrm>
          <a:prstGeom prst="bentConnector3">
            <a:avLst>
              <a:gd name="adj1" fmla="val 50000"/>
            </a:avLst>
          </a:prstGeom>
          <a:ln w="17145">
            <a:solidFill>
              <a:srgbClr val="7D918E"/>
            </a:solidFill>
            <a:prstDash val="solid"/>
            <a:tailEnd type="arrow" w="sm" len="sm"/>
          </a:ln>
        </p:spPr>
      </p:cxnSp>
      <p:cxnSp>
        <p:nvCxnSpPr>
          <p:cNvPr id="83" name="연결선: 꺾임 82"/>
          <p:cNvCxnSpPr>
            <a:stCxn id="24" idx="2"/>
            <a:endCxn id="36" idx="0"/>
          </p:cNvCxnSpPr>
          <p:nvPr/>
        </p:nvCxnSpPr>
        <p:spPr>
          <a:xfrm rot="16200000" flipH="1">
            <a:off x="7596187" y="3243262"/>
            <a:ext cx="571500" cy="66675"/>
          </a:xfrm>
          <a:prstGeom prst="bentConnector3">
            <a:avLst>
              <a:gd name="adj1" fmla="val 50000"/>
            </a:avLst>
          </a:prstGeom>
          <a:ln w="17145">
            <a:solidFill>
              <a:srgbClr val="7D918E"/>
            </a:solidFill>
            <a:prstDash val="solid"/>
            <a:tailEnd type="arrow" w="sm" len="sm"/>
          </a:ln>
        </p:spPr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68FCC24-9A2E-4566-8B63-ECD3F2A49383}"/>
              </a:ext>
            </a:extLst>
          </p:cNvPr>
          <p:cNvSpPr>
            <a:spLocks noGrp="1"/>
          </p:cNvSpPr>
          <p:nvPr/>
        </p:nvSpPr>
        <p:spPr>
          <a:xfrm>
            <a:off x="590550" y="2343150"/>
            <a:ext cx="1600200" cy="228600"/>
          </a:xfrm>
          <a:prstGeom prst="roundRect">
            <a:avLst>
              <a:gd name="adj" fmla="val 50000"/>
            </a:avLst>
          </a:prstGeom>
          <a:solidFill>
            <a:srgbClr val="F5F8F7"/>
          </a:solidFill>
          <a:ln w="9525">
            <a:solidFill>
              <a:srgbClr val="C7DED9"/>
            </a:solidFill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inputModality=text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C2282A2-3A9B-4673-B289-46883911248D}"/>
              </a:ext>
            </a:extLst>
          </p:cNvPr>
          <p:cNvSpPr>
            <a:spLocks noGrp="1"/>
          </p:cNvSpPr>
          <p:nvPr/>
        </p:nvSpPr>
        <p:spPr>
          <a:xfrm>
            <a:off x="590550" y="3905250"/>
            <a:ext cx="1600200" cy="228600"/>
          </a:xfrm>
          <a:prstGeom prst="roundRect">
            <a:avLst>
              <a:gd name="adj" fmla="val 50000"/>
            </a:avLst>
          </a:prstGeom>
          <a:solidFill>
            <a:srgbClr val="FFF4E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D68A22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68A22"/>
                </a:solidFill>
                <a:latin typeface="Malgun Gothic"/>
                <a:ea typeface="Malgun Gothic"/>
                <a:cs typeface="Malgun Gothic"/>
              </a:rPr>
              <a:t>inputModality=voice</a:t>
            </a:r>
          </a:p>
        </p:txBody>
      </p:sp>
    </p:spTree>
    <p:extLst>
      <p:ext uri="{BB962C8B-B14F-4D97-AF65-F5344CB8AC3E}">
        <p14:creationId xmlns:p14="http://schemas.microsoft.com/office/powerpoint/2010/main" val="473944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EBAA82-50A1-47E7-BD5C-3AF29452A93A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 4 — rPPG 완료 후 챗봇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CD52AFA-0EFB-4043-8415-D8DB8108F9CF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0A005E4-FE64-4250-B46D-6318A5D990E7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D7CF93F-4D0D-4653-965D-6EA9878D6C80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172A46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rPPG → CHAT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235B80-9D3B-4263-B154-645A95C4BD12}"/>
              </a:ext>
            </a:extLst>
          </p:cNvPr>
          <p:cNvSpPr>
            <a:spLocks noGrp="1"/>
          </p:cNvSpPr>
          <p:nvPr/>
        </p:nvSpPr>
        <p:spPr>
          <a:xfrm>
            <a:off x="1638300" y="8572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20초 측정 결과를 저장한 뒤 대화 세션을 생성하거나 재개합니다.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C89F578-0B70-489A-9352-E91E8E10831C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1600200" cy="9334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NT-04R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6E8E223-C522-42C3-8AF7-58CF59746611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57150" cy="93345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7139A53-1D8C-4B7E-A0FA-B511210595C9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1314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 · 준비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A9FF888-6DB0-4384-9D13-4360FF1BE9B2}"/>
              </a:ext>
            </a:extLst>
          </p:cNvPr>
          <p:cNvSpPr>
            <a:spLocks noGrp="1"/>
          </p:cNvSpPr>
          <p:nvPr/>
        </p:nvSpPr>
        <p:spPr>
          <a:xfrm>
            <a:off x="609600" y="1800225"/>
            <a:ext cx="13144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동의 4종과 rPPG 서버 ready 확인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5B5C581-DB1A-494D-A0E0-F79C50B15B7E}"/>
              </a:ext>
            </a:extLst>
          </p:cNvPr>
          <p:cNvSpPr>
            <a:spLocks noGrp="1"/>
          </p:cNvSpPr>
          <p:nvPr/>
        </p:nvSpPr>
        <p:spPr>
          <a:xfrm>
            <a:off x="2533650" y="1333500"/>
            <a:ext cx="1600200" cy="9334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FACE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C14C462-EF25-4E03-B771-11B2F7A11909}"/>
              </a:ext>
            </a:extLst>
          </p:cNvPr>
          <p:cNvSpPr>
            <a:spLocks noGrp="1"/>
          </p:cNvSpPr>
          <p:nvPr/>
        </p:nvSpPr>
        <p:spPr>
          <a:xfrm>
            <a:off x="2533650" y="1333500"/>
            <a:ext cx="57150" cy="93345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A4689EA-324D-4B98-ABA5-A8797FB711E9}"/>
              </a:ext>
            </a:extLst>
          </p:cNvPr>
          <p:cNvSpPr>
            <a:spLocks noGrp="1"/>
          </p:cNvSpPr>
          <p:nvPr/>
        </p:nvSpPr>
        <p:spPr>
          <a:xfrm>
            <a:off x="2686050" y="1543050"/>
            <a:ext cx="1314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 안정화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75C6594-A6DF-4F6D-AE36-455F2A97B4E1}"/>
              </a:ext>
            </a:extLst>
          </p:cNvPr>
          <p:cNvSpPr>
            <a:spLocks noGrp="1"/>
          </p:cNvSpPr>
          <p:nvPr/>
        </p:nvSpPr>
        <p:spPr>
          <a:xfrm>
            <a:off x="2686050" y="1800225"/>
            <a:ext cx="13144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안내 영역에서 얼굴을 1초 유지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2761A02-74D4-45FB-971E-5C79D6CCF7C3}"/>
              </a:ext>
            </a:extLst>
          </p:cNvPr>
          <p:cNvSpPr>
            <a:spLocks noGrp="1"/>
          </p:cNvSpPr>
          <p:nvPr/>
        </p:nvSpPr>
        <p:spPr>
          <a:xfrm>
            <a:off x="4610100" y="1333500"/>
            <a:ext cx="1600200" cy="9334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D68A22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D68A22"/>
                </a:solidFill>
                <a:latin typeface="Malgun Gothic"/>
                <a:ea typeface="Malgun Gothic"/>
                <a:cs typeface="Malgun Gothic"/>
              </a:rPr>
              <a:t>20 SEC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3F2D6CC-2BB7-4812-9FB1-50BBAB50B388}"/>
              </a:ext>
            </a:extLst>
          </p:cNvPr>
          <p:cNvSpPr>
            <a:spLocks noGrp="1"/>
          </p:cNvSpPr>
          <p:nvPr/>
        </p:nvSpPr>
        <p:spPr>
          <a:xfrm>
            <a:off x="4610100" y="1333500"/>
            <a:ext cx="57150" cy="933450"/>
          </a:xfrm>
          <a:prstGeom prst="roundRect">
            <a:avLst>
              <a:gd name="adj" fmla="val 50000"/>
            </a:avLst>
          </a:prstGeom>
          <a:solidFill>
            <a:srgbClr val="D68A22"/>
          </a:solidFill>
          <a:ln w="0">
            <a:solidFill>
              <a:srgbClr val="D68A22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FEF6FD5-273B-4C2B-9D5A-CEF891423B6C}"/>
              </a:ext>
            </a:extLst>
          </p:cNvPr>
          <p:cNvSpPr>
            <a:spLocks noGrp="1"/>
          </p:cNvSpPr>
          <p:nvPr/>
        </p:nvSpPr>
        <p:spPr>
          <a:xfrm>
            <a:off x="4762500" y="1543050"/>
            <a:ext cx="1314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20초 촬영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7707C26-5AA4-488B-A224-1BE4755EA028}"/>
              </a:ext>
            </a:extLst>
          </p:cNvPr>
          <p:cNvSpPr>
            <a:spLocks noGrp="1"/>
          </p:cNvSpPr>
          <p:nvPr/>
        </p:nvSpPr>
        <p:spPr>
          <a:xfrm>
            <a:off x="4762500" y="1800225"/>
            <a:ext cx="13144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얼굴 이탈 시 취소하고 다시 준비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ECE0175-6597-4210-AA48-E6E07FC25821}"/>
              </a:ext>
            </a:extLst>
          </p:cNvPr>
          <p:cNvSpPr>
            <a:spLocks noGrp="1"/>
          </p:cNvSpPr>
          <p:nvPr/>
        </p:nvSpPr>
        <p:spPr>
          <a:xfrm>
            <a:off x="6686550" y="1333500"/>
            <a:ext cx="1600200" cy="9334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JOB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217CCFC-4FC3-4DA5-9C44-D616E1F0F6D4}"/>
              </a:ext>
            </a:extLst>
          </p:cNvPr>
          <p:cNvSpPr>
            <a:spLocks noGrp="1"/>
          </p:cNvSpPr>
          <p:nvPr/>
        </p:nvSpPr>
        <p:spPr>
          <a:xfrm>
            <a:off x="6686550" y="1333500"/>
            <a:ext cx="57150" cy="93345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61FA24E-1F84-4D1A-903F-08CAEFB07033}"/>
              </a:ext>
            </a:extLst>
          </p:cNvPr>
          <p:cNvSpPr>
            <a:spLocks noGrp="1"/>
          </p:cNvSpPr>
          <p:nvPr/>
        </p:nvSpPr>
        <p:spPr>
          <a:xfrm>
            <a:off x="6838950" y="1543050"/>
            <a:ext cx="1314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업로드 · 분석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A692A25-BE9C-4288-9CE6-4C5D17FB8CC1}"/>
              </a:ext>
            </a:extLst>
          </p:cNvPr>
          <p:cNvSpPr>
            <a:spLocks noGrp="1"/>
          </p:cNvSpPr>
          <p:nvPr/>
        </p:nvSpPr>
        <p:spPr>
          <a:xfrm>
            <a:off x="6838950" y="1800225"/>
            <a:ext cx="13144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202 이후 job polling으로 결과 확인</a:t>
            </a:r>
          </a:p>
        </p:txBody>
      </p:sp>
      <p:cxnSp>
        <p:nvCxnSpPr>
          <p:cNvPr id="67" name="직선 화살표 연결선 66"/>
          <p:cNvCxnSpPr>
            <a:stCxn id="8" idx="3"/>
            <a:endCxn id="12" idx="1"/>
          </p:cNvCxnSpPr>
          <p:nvPr/>
        </p:nvCxnSpPr>
        <p:spPr>
          <a:xfrm>
            <a:off x="2057400" y="1800225"/>
            <a:ext cx="476250" cy="0"/>
          </a:xfrm>
          <a:prstGeom prst="straightConnector1">
            <a:avLst/>
          </a:prstGeom>
          <a:ln w="17145">
            <a:solidFill>
              <a:srgbClr val="7D918E"/>
            </a:solidFill>
            <a:prstDash val="solid"/>
            <a:tailEnd type="arrow" w="sm" len="sm"/>
          </a:ln>
        </p:spPr>
      </p:cxnSp>
      <p:cxnSp>
        <p:nvCxnSpPr>
          <p:cNvPr id="68" name="직선 화살표 연결선 67"/>
          <p:cNvCxnSpPr>
            <a:stCxn id="12" idx="3"/>
            <a:endCxn id="16" idx="1"/>
          </p:cNvCxnSpPr>
          <p:nvPr/>
        </p:nvCxnSpPr>
        <p:spPr>
          <a:xfrm>
            <a:off x="4133850" y="1800225"/>
            <a:ext cx="476250" cy="0"/>
          </a:xfrm>
          <a:prstGeom prst="straightConnector1">
            <a:avLst/>
          </a:prstGeom>
          <a:ln w="17145">
            <a:solidFill>
              <a:srgbClr val="7D918E"/>
            </a:solidFill>
            <a:prstDash val="solid"/>
            <a:tailEnd type="arrow" w="sm" len="sm"/>
          </a:ln>
        </p:spPr>
      </p:cxnSp>
      <p:cxnSp>
        <p:nvCxnSpPr>
          <p:cNvPr id="69" name="직선 화살표 연결선 68"/>
          <p:cNvCxnSpPr>
            <a:stCxn id="16" idx="3"/>
            <a:endCxn id="20" idx="1"/>
          </p:cNvCxnSpPr>
          <p:nvPr/>
        </p:nvCxnSpPr>
        <p:spPr>
          <a:xfrm>
            <a:off x="6210300" y="1800225"/>
            <a:ext cx="476250" cy="0"/>
          </a:xfrm>
          <a:prstGeom prst="straightConnector1">
            <a:avLst/>
          </a:prstGeom>
          <a:ln w="17145">
            <a:solidFill>
              <a:srgbClr val="267A73"/>
            </a:solidFill>
            <a:prstDash val="solid"/>
            <a:tailEnd type="arrow" w="sm" len="sm"/>
          </a:ln>
        </p:spPr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9EF6440-A4CD-467A-BFD5-BA1934065D1B}"/>
              </a:ext>
            </a:extLst>
          </p:cNvPr>
          <p:cNvSpPr>
            <a:spLocks noGrp="1"/>
          </p:cNvSpPr>
          <p:nvPr/>
        </p:nvSpPr>
        <p:spPr>
          <a:xfrm>
            <a:off x="1104900" y="3257550"/>
            <a:ext cx="1981200" cy="781050"/>
          </a:xfrm>
          <a:prstGeom prst="roundRect">
            <a:avLst>
              <a:gd name="adj" fmla="val 0"/>
            </a:avLst>
          </a:prstGeom>
          <a:solidFill>
            <a:srgbClr val="FCECEF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C94C5C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C94C5C"/>
                </a:solidFill>
                <a:latin typeface="Malgun Gothic"/>
                <a:ea typeface="Malgun Gothic"/>
                <a:cs typeface="Malgun Gothic"/>
              </a:rPr>
              <a:t>RETRY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6650E73-795A-4E04-9710-EF088BA045C5}"/>
              </a:ext>
            </a:extLst>
          </p:cNvPr>
          <p:cNvSpPr>
            <a:spLocks noGrp="1"/>
          </p:cNvSpPr>
          <p:nvPr/>
        </p:nvSpPr>
        <p:spPr>
          <a:xfrm>
            <a:off x="1104900" y="3257550"/>
            <a:ext cx="57150" cy="781050"/>
          </a:xfrm>
          <a:prstGeom prst="roundRect">
            <a:avLst>
              <a:gd name="adj" fmla="val 50000"/>
            </a:avLst>
          </a:prstGeom>
          <a:solidFill>
            <a:srgbClr val="C94C5C"/>
          </a:solidFill>
          <a:ln w="0">
            <a:solidFill>
              <a:srgbClr val="C94C5C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F5FED44-8E53-43BD-BC7F-5562C016A9AE}"/>
              </a:ext>
            </a:extLst>
          </p:cNvPr>
          <p:cNvSpPr>
            <a:spLocks noGrp="1"/>
          </p:cNvSpPr>
          <p:nvPr/>
        </p:nvSpPr>
        <p:spPr>
          <a:xfrm>
            <a:off x="1257300" y="3376613"/>
            <a:ext cx="1695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재촬영</a:t>
            </a:r>
            <a:r>
              <a:rPr sz="1088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088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재시도</a:t>
            </a:r>
            <a:endParaRPr sz="1088" b="1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F2B2883-9132-4CDF-B195-4186009956A8}"/>
              </a:ext>
            </a:extLst>
          </p:cNvPr>
          <p:cNvSpPr>
            <a:spLocks noGrp="1"/>
          </p:cNvSpPr>
          <p:nvPr/>
        </p:nvSpPr>
        <p:spPr>
          <a:xfrm>
            <a:off x="1257300" y="3633786"/>
            <a:ext cx="1695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품질</a:t>
            </a:r>
            <a:r>
              <a:rPr sz="788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미달은</a:t>
            </a:r>
            <a:r>
              <a:rPr sz="788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새 </a:t>
            </a:r>
            <a:r>
              <a:rPr sz="788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촬영</a:t>
            </a:r>
            <a:r>
              <a:rPr sz="788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788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통신</a:t>
            </a:r>
            <a:r>
              <a:rPr sz="788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b="0" dirty="0" err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실패는</a:t>
            </a:r>
            <a:r>
              <a:rPr sz="788" b="0" dirty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 retry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217D26E-A518-480F-990E-F540BCE88A7E}"/>
              </a:ext>
            </a:extLst>
          </p:cNvPr>
          <p:cNvSpPr>
            <a:spLocks noGrp="1"/>
          </p:cNvSpPr>
          <p:nvPr/>
        </p:nvSpPr>
        <p:spPr>
          <a:xfrm>
            <a:off x="4343400" y="3257550"/>
            <a:ext cx="1981200" cy="781050"/>
          </a:xfrm>
          <a:prstGeom prst="roundRect">
            <a:avLst>
              <a:gd name="adj" fmla="val 0"/>
            </a:avLst>
          </a:prstGeom>
          <a:solidFill>
            <a:srgbClr val="E9F4F2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RESULT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CF2F714-56D7-4B46-A72F-237DAF4FEA8E}"/>
              </a:ext>
            </a:extLst>
          </p:cNvPr>
          <p:cNvSpPr>
            <a:spLocks noGrp="1"/>
          </p:cNvSpPr>
          <p:nvPr/>
        </p:nvSpPr>
        <p:spPr>
          <a:xfrm>
            <a:off x="4343400" y="3257550"/>
            <a:ext cx="57150" cy="78105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5305B59-972A-41F8-B399-846B2B9B55BA}"/>
              </a:ext>
            </a:extLst>
          </p:cNvPr>
          <p:cNvSpPr>
            <a:spLocks noGrp="1"/>
          </p:cNvSpPr>
          <p:nvPr/>
        </p:nvSpPr>
        <p:spPr>
          <a:xfrm>
            <a:off x="4495800" y="3376613"/>
            <a:ext cx="1695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품질 통과 · 결과 저장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4FAFD70-96A4-4569-8535-5EACFA113E52}"/>
              </a:ext>
            </a:extLst>
          </p:cNvPr>
          <p:cNvSpPr>
            <a:spLocks noGrp="1"/>
          </p:cNvSpPr>
          <p:nvPr/>
        </p:nvSpPr>
        <p:spPr>
          <a:xfrm>
            <a:off x="4495800" y="3633786"/>
            <a:ext cx="1695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camera_rppg prediction과 job 기록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BA69A74-0E6A-4A7E-B985-FE1CF49FD2C7}"/>
              </a:ext>
            </a:extLst>
          </p:cNvPr>
          <p:cNvSpPr>
            <a:spLocks noGrp="1"/>
          </p:cNvSpPr>
          <p:nvPr/>
        </p:nvSpPr>
        <p:spPr>
          <a:xfrm>
            <a:off x="6896100" y="3257550"/>
            <a:ext cx="1619250" cy="781050"/>
          </a:xfrm>
          <a:prstGeom prst="roundRect">
            <a:avLst>
              <a:gd name="adj" fmla="val 0"/>
            </a:avLst>
          </a:prstGeom>
          <a:solidFill>
            <a:srgbClr val="E9F4F2"/>
          </a:solidFill>
          <a:ln w="11430">
            <a:solidFill>
              <a:srgbClr val="C7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t"/>
          <a:lstStyle/>
          <a:p>
            <a:pPr algn="r">
              <a:def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6FD018A-0599-495B-8768-BD96A373EB93}"/>
              </a:ext>
            </a:extLst>
          </p:cNvPr>
          <p:cNvSpPr>
            <a:spLocks noGrp="1"/>
          </p:cNvSpPr>
          <p:nvPr/>
        </p:nvSpPr>
        <p:spPr>
          <a:xfrm>
            <a:off x="6896100" y="3257550"/>
            <a:ext cx="57150" cy="781050"/>
          </a:xfrm>
          <a:prstGeom prst="roundRect">
            <a:avLst>
              <a:gd name="adj" fmla="val 50000"/>
            </a:avLst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4181C7E-542E-44B5-AC8B-1DF958FB4510}"/>
              </a:ext>
            </a:extLst>
          </p:cNvPr>
          <p:cNvSpPr>
            <a:spLocks noGrp="1"/>
          </p:cNvSpPr>
          <p:nvPr/>
        </p:nvSpPr>
        <p:spPr>
          <a:xfrm>
            <a:off x="7048500" y="3376613"/>
            <a:ext cx="1333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58797DA-8678-4EDA-9DE2-75B6D574CE7C}"/>
              </a:ext>
            </a:extLst>
          </p:cNvPr>
          <p:cNvSpPr>
            <a:spLocks noGrp="1"/>
          </p:cNvSpPr>
          <p:nvPr/>
        </p:nvSpPr>
        <p:spPr>
          <a:xfrm>
            <a:off x="7048500" y="3633786"/>
            <a:ext cx="1333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세션 생성·재개 후 이동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797D012-E01F-4E22-B02E-031B60A17D12}"/>
              </a:ext>
            </a:extLst>
          </p:cNvPr>
          <p:cNvSpPr>
            <a:spLocks noGrp="1"/>
          </p:cNvSpPr>
          <p:nvPr/>
        </p:nvSpPr>
        <p:spPr>
          <a:xfrm>
            <a:off x="6762750" y="2609850"/>
            <a:ext cx="1447800" cy="342900"/>
          </a:xfrm>
          <a:prstGeom prst="roundRect">
            <a:avLst>
              <a:gd name="adj" fmla="val 50000"/>
            </a:avLst>
          </a:prstGeom>
          <a:solidFill>
            <a:srgbClr val="F5F8F7"/>
          </a:solidFill>
          <a:ln w="9525">
            <a:solidFill>
              <a:srgbClr val="C7DED9"/>
            </a:solidFill>
            <a:prstDash val="solid"/>
          </a:ln>
        </p:spPr>
        <p:txBody>
          <a:bodyPr anchor="ctr"/>
          <a:lstStyle/>
          <a:p>
            <a:pPr algn="ctr">
              <a:defRPr sz="863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품질 판정</a:t>
            </a:r>
          </a:p>
        </p:txBody>
      </p:sp>
      <p:cxnSp>
        <p:nvCxnSpPr>
          <p:cNvPr id="83" name="직선 화살표 연결선 82"/>
          <p:cNvCxnSpPr>
            <a:stCxn id="20" idx="2"/>
            <a:endCxn id="39" idx="0"/>
          </p:cNvCxnSpPr>
          <p:nvPr/>
        </p:nvCxnSpPr>
        <p:spPr>
          <a:xfrm>
            <a:off x="7486650" y="2266950"/>
            <a:ext cx="0" cy="342900"/>
          </a:xfrm>
          <a:prstGeom prst="straightConnector1">
            <a:avLst/>
          </a:prstGeom>
          <a:ln w="17145">
            <a:solidFill>
              <a:srgbClr val="267A73"/>
            </a:solidFill>
            <a:prstDash val="solid"/>
            <a:tailEnd type="arrow" w="sm" len="sm"/>
          </a:ln>
        </p:spPr>
      </p:cxnSp>
      <p:cxnSp>
        <p:nvCxnSpPr>
          <p:cNvPr id="84" name="연결선: 꺾임 83"/>
          <p:cNvCxnSpPr>
            <a:stCxn id="39" idx="2"/>
            <a:endCxn id="31" idx="0"/>
          </p:cNvCxnSpPr>
          <p:nvPr/>
        </p:nvCxnSpPr>
        <p:spPr>
          <a:xfrm rot="5400000">
            <a:off x="6257925" y="2028825"/>
            <a:ext cx="304800" cy="2152650"/>
          </a:xfrm>
          <a:prstGeom prst="bentConnector3">
            <a:avLst>
              <a:gd name="adj1" fmla="val 50000"/>
            </a:avLst>
          </a:prstGeom>
          <a:ln w="17145">
            <a:solidFill>
              <a:srgbClr val="267A73"/>
            </a:solidFill>
            <a:prstDash val="solid"/>
            <a:tailEnd type="arrow" w="sm" len="sm"/>
          </a:ln>
        </p:spPr>
      </p:cxnSp>
      <p:cxnSp>
        <p:nvCxnSpPr>
          <p:cNvPr id="85" name="연결선: 꺾임 84"/>
          <p:cNvCxnSpPr>
            <a:stCxn id="39" idx="1"/>
            <a:endCxn id="27" idx="0"/>
          </p:cNvCxnSpPr>
          <p:nvPr/>
        </p:nvCxnSpPr>
        <p:spPr>
          <a:xfrm rot="10800000" flipV="1">
            <a:off x="2095500" y="2781300"/>
            <a:ext cx="4667250" cy="476250"/>
          </a:xfrm>
          <a:prstGeom prst="bentConnector2">
            <a:avLst/>
          </a:prstGeom>
          <a:ln w="17145">
            <a:solidFill>
              <a:srgbClr val="C94C5C"/>
            </a:solidFill>
            <a:prstDash val="dash"/>
            <a:tailEnd type="arrow" w="sm" len="sm"/>
          </a:ln>
        </p:spPr>
      </p:cxnSp>
      <p:cxnSp>
        <p:nvCxnSpPr>
          <p:cNvPr id="86" name="직선 화살표 연결선 85"/>
          <p:cNvCxnSpPr>
            <a:stCxn id="31" idx="3"/>
            <a:endCxn id="35" idx="1"/>
          </p:cNvCxnSpPr>
          <p:nvPr/>
        </p:nvCxnSpPr>
        <p:spPr>
          <a:xfrm>
            <a:off x="6324600" y="3648075"/>
            <a:ext cx="571500" cy="0"/>
          </a:xfrm>
          <a:prstGeom prst="straightConnector1">
            <a:avLst/>
          </a:prstGeom>
          <a:ln w="17145">
            <a:solidFill>
              <a:srgbClr val="267A73"/>
            </a:solidFill>
            <a:prstDash val="solid"/>
            <a:tailEnd type="arrow" w="sm" len="sm"/>
          </a:ln>
        </p:spPr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5BA554AC-7537-4237-AF2A-2E6E09F3338E}"/>
              </a:ext>
            </a:extLst>
          </p:cNvPr>
          <p:cNvSpPr>
            <a:spLocks noGrp="1"/>
          </p:cNvSpPr>
          <p:nvPr/>
        </p:nvSpPr>
        <p:spPr>
          <a:xfrm>
            <a:off x="2933700" y="2652712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FCECEF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C94C5C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 dirty="0" err="1">
                <a:solidFill>
                  <a:srgbClr val="C94C5C"/>
                </a:solidFill>
                <a:latin typeface="Malgun Gothic"/>
                <a:ea typeface="Malgun Gothic"/>
                <a:cs typeface="Malgun Gothic"/>
              </a:rPr>
              <a:t>품질</a:t>
            </a:r>
            <a:r>
              <a:rPr sz="788" b="1" dirty="0">
                <a:solidFill>
                  <a:srgbClr val="C94C5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b="1" dirty="0" err="1">
                <a:solidFill>
                  <a:srgbClr val="C94C5C"/>
                </a:solidFill>
                <a:latin typeface="Malgun Gothic"/>
                <a:ea typeface="Malgun Gothic"/>
                <a:cs typeface="Malgun Gothic"/>
              </a:rPr>
              <a:t>미달</a:t>
            </a:r>
            <a:r>
              <a:rPr sz="788" b="1" dirty="0">
                <a:solidFill>
                  <a:srgbClr val="C94C5C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788" b="1" dirty="0" err="1">
                <a:solidFill>
                  <a:srgbClr val="C94C5C"/>
                </a:solidFill>
                <a:latin typeface="Malgun Gothic"/>
                <a:ea typeface="Malgun Gothic"/>
                <a:cs typeface="Malgun Gothic"/>
              </a:rPr>
              <a:t>통신</a:t>
            </a:r>
            <a:r>
              <a:rPr sz="788" b="1" dirty="0">
                <a:solidFill>
                  <a:srgbClr val="C94C5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b="1" dirty="0" err="1">
                <a:solidFill>
                  <a:srgbClr val="C94C5C"/>
                </a:solidFill>
                <a:latin typeface="Malgun Gothic"/>
                <a:ea typeface="Malgun Gothic"/>
                <a:cs typeface="Malgun Gothic"/>
              </a:rPr>
              <a:t>오류</a:t>
            </a:r>
            <a:endParaRPr sz="788" b="1" dirty="0">
              <a:solidFill>
                <a:srgbClr val="C94C5C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91704F0-3B42-4395-95B4-83F705B5461E}"/>
              </a:ext>
            </a:extLst>
          </p:cNvPr>
          <p:cNvSpPr>
            <a:spLocks noGrp="1"/>
          </p:cNvSpPr>
          <p:nvPr/>
        </p:nvSpPr>
        <p:spPr>
          <a:xfrm>
            <a:off x="4343400" y="4162424"/>
            <a:ext cx="417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 dirty="0" err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측정</a:t>
            </a:r>
            <a:r>
              <a:rPr sz="825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25" b="1" dirty="0" err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완료가</a:t>
            </a:r>
            <a:r>
              <a:rPr sz="825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25" b="1" dirty="0" err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끝점이</a:t>
            </a:r>
            <a:r>
              <a:rPr sz="825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25" b="1" dirty="0" err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아니라</a:t>
            </a:r>
            <a:r>
              <a:rPr sz="825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 NT-07 </a:t>
            </a:r>
            <a:r>
              <a:rPr sz="825" b="1" dirty="0" err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자유대화의</a:t>
            </a:r>
            <a:r>
              <a:rPr sz="825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25" b="1" dirty="0" err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시작점</a:t>
            </a:r>
            <a:endParaRPr sz="825" b="1" dirty="0">
              <a:solidFill>
                <a:srgbClr val="267A73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385476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F0A005E4-FE64-4250-B46D-6318A5D990E7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BB94E56-A248-4CD6-873E-3584A979EF49}"/>
              </a:ext>
            </a:extLst>
          </p:cNvPr>
          <p:cNvSpPr>
            <a:spLocks noGrp="1"/>
          </p:cNvSpPr>
          <p:nvPr/>
        </p:nvSpPr>
        <p:spPr>
          <a:xfrm>
            <a:off x="3829050" y="1657350"/>
            <a:ext cx="1485900" cy="266700"/>
          </a:xfrm>
          <a:prstGeom prst="roundRect">
            <a:avLst>
              <a:gd name="adj" fmla="val 50000"/>
            </a:avLst>
          </a:prstGeom>
          <a:solidFill>
            <a:srgbClr val="E9F4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CURRENT BUILD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98FD52-53BC-463E-A0E9-C4FDB0AF0843}"/>
              </a:ext>
            </a:extLst>
          </p:cNvPr>
          <p:cNvSpPr>
            <a:spLocks noGrp="1"/>
          </p:cNvSpPr>
          <p:nvPr/>
        </p:nvSpPr>
        <p:spPr>
          <a:xfrm>
            <a:off x="1619250" y="2057400"/>
            <a:ext cx="590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7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실제 구현 테스트 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1407F47-E4D5-4DBA-A1C4-32436AB62534}"/>
              </a:ext>
            </a:extLst>
          </p:cNvPr>
          <p:cNvSpPr>
            <a:spLocks noGrp="1"/>
          </p:cNvSpPr>
          <p:nvPr/>
        </p:nvSpPr>
        <p:spPr>
          <a:xfrm>
            <a:off x="2381250" y="27051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현재 Android 구현 화면 · 개발 상태 반영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999DD1-9E08-4CCF-B3C8-E1333CFD891A}"/>
              </a:ext>
            </a:extLst>
          </p:cNvPr>
          <p:cNvSpPr>
            <a:spLocks noGrp="1"/>
          </p:cNvSpPr>
          <p:nvPr/>
        </p:nvSpPr>
        <p:spPr>
          <a:xfrm>
            <a:off x="4000500" y="3143250"/>
            <a:ext cx="1143000" cy="28575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6515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01DC0F-DB2A-4026-AB02-D68110568DF7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시작 — 안내 · 가입 · 동의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DD46B6-FD02-4808-85D5-756227C9A227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ADBBFE-2C6D-4368-A9BC-CA77524E0BFE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7A9A1EA-2D07-4918-B0B5-2CDB4C176A42}"/>
              </a:ext>
            </a:extLst>
          </p:cNvPr>
          <p:cNvSpPr>
            <a:spLocks noGrp="1"/>
          </p:cNvSpPr>
          <p:nvPr/>
        </p:nvSpPr>
        <p:spPr>
          <a:xfrm>
            <a:off x="1133475" y="819150"/>
            <a:ext cx="1499616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NT-01 · 제품 안내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F441844-98CB-41CA-A26C-A446B970E7F5}"/>
              </a:ext>
            </a:extLst>
          </p:cNvPr>
          <p:cNvSpPr>
            <a:spLocks noGrp="1"/>
          </p:cNvSpPr>
          <p:nvPr/>
        </p:nvSpPr>
        <p:spPr>
          <a:xfrm>
            <a:off x="5305424" y="818007"/>
            <a:ext cx="1499616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NT-02 · 가입 · 로그인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950265E-7018-4FDC-AB10-FAEB31502EF3}"/>
              </a:ext>
            </a:extLst>
          </p:cNvPr>
          <p:cNvSpPr>
            <a:spLocks noGrp="1"/>
          </p:cNvSpPr>
          <p:nvPr/>
        </p:nvSpPr>
        <p:spPr>
          <a:xfrm>
            <a:off x="5305424" y="990600"/>
            <a:ext cx="1499616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NT-03 · 동의 · 권한</a:t>
            </a:r>
          </a:p>
        </p:txBody>
      </p:sp>
      <p:pic>
        <p:nvPicPr>
          <p:cNvPr id="36" name="그림 8"/>
          <p:cNvPicPr>
            <a:picLocks noChangeAspect="1"/>
          </p:cNvPicPr>
          <p:nvPr/>
        </p:nvPicPr>
        <p:blipFill rotWithShape="1">
          <a:blip r:embed="rId3"/>
          <a:srcRect t="5766"/>
          <a:stretch/>
        </p:blipFill>
        <p:spPr>
          <a:xfrm>
            <a:off x="4167831" y="1270253"/>
            <a:ext cx="1732261" cy="3536824"/>
          </a:xfrm>
          <a:prstGeom prst="rect">
            <a:avLst/>
          </a:prstGeom>
        </p:spPr>
      </p:pic>
      <p:pic>
        <p:nvPicPr>
          <p:cNvPr id="37" name="그림 10"/>
          <p:cNvPicPr>
            <a:picLocks noChangeAspect="1"/>
          </p:cNvPicPr>
          <p:nvPr/>
        </p:nvPicPr>
        <p:blipFill rotWithShape="1">
          <a:blip r:embed="rId4"/>
          <a:srcRect t="5920"/>
          <a:stretch/>
        </p:blipFill>
        <p:spPr>
          <a:xfrm>
            <a:off x="6161913" y="1270253"/>
            <a:ext cx="1735074" cy="3536824"/>
          </a:xfrm>
          <a:prstGeom prst="rect">
            <a:avLst/>
          </a:prstGeom>
        </p:spPr>
      </p:pic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CF33168-BA89-45E7-82C4-388028482AD2}"/>
              </a:ext>
            </a:extLst>
          </p:cNvPr>
          <p:cNvSpPr>
            <a:spLocks noGrp="1"/>
          </p:cNvSpPr>
          <p:nvPr/>
        </p:nvSpPr>
        <p:spPr>
          <a:xfrm>
            <a:off x="1066800" y="1657350"/>
            <a:ext cx="2247900" cy="1543050"/>
          </a:xfrm>
          <a:prstGeom prst="roundRect">
            <a:avLst>
              <a:gd name="adj" fmla="val 9877"/>
            </a:avLst>
          </a:prstGeom>
          <a:noFill/>
          <a:ln w="11430">
            <a:solidFill>
              <a:srgbClr val="C7DED9"/>
            </a:solidFill>
            <a:prstDash val="solid"/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C5EBA84-2008-4A7B-839F-BF6316473886}"/>
              </a:ext>
            </a:extLst>
          </p:cNvPr>
          <p:cNvSpPr>
            <a:spLocks noGrp="1"/>
          </p:cNvSpPr>
          <p:nvPr/>
        </p:nvSpPr>
        <p:spPr>
          <a:xfrm>
            <a:off x="1257300" y="184785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E9F4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NT-01 · STATUS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B3DC36-60D7-4B30-AAA5-C5A64E2CFA71}"/>
              </a:ext>
            </a:extLst>
          </p:cNvPr>
          <p:cNvSpPr>
            <a:spLocks noGrp="1"/>
          </p:cNvSpPr>
          <p:nvPr/>
        </p:nvSpPr>
        <p:spPr>
          <a:xfrm>
            <a:off x="1257300" y="21717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제품</a:t>
            </a:r>
            <a:r>
              <a:rPr sz="135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안내</a:t>
            </a:r>
            <a:r>
              <a:rPr sz="135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화면</a:t>
            </a:r>
            <a:endParaRPr sz="1350" b="1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03D553E-A46B-4B4E-B71B-2568A83B23AC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현재 앱 미구현</a:t>
            </a:r>
          </a:p>
          <a:p>
            <a:pPr algn="l"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프런트엔드 반영 예정</a:t>
            </a:r>
          </a:p>
        </p:txBody>
      </p:sp>
    </p:spTree>
    <p:extLst>
      <p:ext uri="{BB962C8B-B14F-4D97-AF65-F5344CB8AC3E}">
        <p14:creationId xmlns:p14="http://schemas.microsoft.com/office/powerpoint/2010/main" val="1183509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E68876-297C-4827-AE67-5351AA911524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 — 프로필 · 갈망 상태 · Watch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51C7DC-8341-470D-AC6F-89C3A737D83B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5749C8-CBD1-4D39-BEDA-17838E21681A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D865C4-9D0B-431C-A161-CBE74E3A0CC6}"/>
              </a:ext>
            </a:extLst>
          </p:cNvPr>
          <p:cNvSpPr>
            <a:spLocks noGrp="1"/>
          </p:cNvSpPr>
          <p:nvPr/>
        </p:nvSpPr>
        <p:spPr>
          <a:xfrm>
            <a:off x="4000500" y="837057"/>
            <a:ext cx="11430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 · 홈</a:t>
            </a:r>
          </a:p>
        </p:txBody>
      </p:sp>
      <p:pic>
        <p:nvPicPr>
          <p:cNvPr id="15" name="그림 25"/>
          <p:cNvPicPr>
            <a:picLocks noChangeAspect="1"/>
          </p:cNvPicPr>
          <p:nvPr/>
        </p:nvPicPr>
        <p:blipFill rotWithShape="1">
          <a:blip r:embed="rId3"/>
          <a:srcRect t="5159"/>
          <a:stretch/>
        </p:blipFill>
        <p:spPr>
          <a:xfrm>
            <a:off x="2389675" y="1101280"/>
            <a:ext cx="1903069" cy="3910584"/>
          </a:xfrm>
          <a:prstGeom prst="rect">
            <a:avLst/>
          </a:prstGeom>
        </p:spPr>
      </p:pic>
      <p:pic>
        <p:nvPicPr>
          <p:cNvPr id="16" name="그림 28"/>
          <p:cNvPicPr>
            <a:picLocks noChangeAspect="1"/>
          </p:cNvPicPr>
          <p:nvPr/>
        </p:nvPicPr>
        <p:blipFill rotWithShape="1">
          <a:blip r:embed="rId4"/>
          <a:srcRect t="5159"/>
          <a:stretch/>
        </p:blipFill>
        <p:spPr>
          <a:xfrm>
            <a:off x="4820748" y="1101280"/>
            <a:ext cx="1903069" cy="391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935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BDCC56-BC50-4F2F-9CF6-9D7DC6DB6A66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 — AUQ 또는 바로 대화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EDB5A8-8F4F-4A94-8C3D-9840CA53B28D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7635AC-A52A-4924-A67F-A32A6FD03297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F61FC78-C7B1-42C3-ADE5-83DCA6D60CCC}"/>
              </a:ext>
            </a:extLst>
          </p:cNvPr>
          <p:cNvSpPr>
            <a:spLocks noGrp="1"/>
          </p:cNvSpPr>
          <p:nvPr/>
        </p:nvSpPr>
        <p:spPr>
          <a:xfrm>
            <a:off x="1664657" y="836295"/>
            <a:ext cx="14287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NT-06 · AUQ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E4AEF14-72EB-4128-A361-429ED848066D}"/>
              </a:ext>
            </a:extLst>
          </p:cNvPr>
          <p:cNvSpPr>
            <a:spLocks noGrp="1"/>
          </p:cNvSpPr>
          <p:nvPr/>
        </p:nvSpPr>
        <p:spPr>
          <a:xfrm>
            <a:off x="5000625" y="836295"/>
            <a:ext cx="14287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AI 챗봇</a:t>
            </a:r>
          </a:p>
        </p:txBody>
      </p:sp>
      <p:pic>
        <p:nvPicPr>
          <p:cNvPr id="17" name="그림 10"/>
          <p:cNvPicPr>
            <a:picLocks noChangeAspect="1"/>
          </p:cNvPicPr>
          <p:nvPr/>
        </p:nvPicPr>
        <p:blipFill rotWithShape="1">
          <a:blip r:embed="rId3"/>
          <a:srcRect t="5093"/>
          <a:stretch/>
        </p:blipFill>
        <p:spPr>
          <a:xfrm>
            <a:off x="1466195" y="1063561"/>
            <a:ext cx="1825675" cy="3754184"/>
          </a:xfrm>
          <a:prstGeom prst="rect">
            <a:avLst/>
          </a:prstGeom>
        </p:spPr>
      </p:pic>
      <p:pic>
        <p:nvPicPr>
          <p:cNvPr id="18" name="그림 27"/>
          <p:cNvPicPr>
            <a:picLocks noChangeAspect="1"/>
          </p:cNvPicPr>
          <p:nvPr/>
        </p:nvPicPr>
        <p:blipFill rotWithShape="1">
          <a:blip r:embed="rId4"/>
          <a:srcRect t="5093"/>
          <a:stretch/>
        </p:blipFill>
        <p:spPr>
          <a:xfrm>
            <a:off x="3659162" y="1063561"/>
            <a:ext cx="1825675" cy="3754184"/>
          </a:xfrm>
          <a:prstGeom prst="rect">
            <a:avLst/>
          </a:prstGeom>
        </p:spPr>
      </p:pic>
      <p:pic>
        <p:nvPicPr>
          <p:cNvPr id="19" name="그림 29"/>
          <p:cNvPicPr>
            <a:picLocks noChangeAspect="1"/>
          </p:cNvPicPr>
          <p:nvPr/>
        </p:nvPicPr>
        <p:blipFill rotWithShape="1">
          <a:blip r:embed="rId5"/>
          <a:srcRect t="5093"/>
          <a:stretch/>
        </p:blipFill>
        <p:spPr>
          <a:xfrm>
            <a:off x="5918687" y="1063561"/>
            <a:ext cx="1825675" cy="375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156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8673E2-D046-4E56-988A-82047F9E49A8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대시보드 — 갈망 단계 · 이벤트 · AUQ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040A6F7-E9B4-443E-A585-DC8667FBAB4A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C351BC-EC17-4D3F-BEEC-12ECE864262F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8841304-95C8-437D-AF2B-AC1D13332F10}"/>
              </a:ext>
            </a:extLst>
          </p:cNvPr>
          <p:cNvSpPr>
            <a:spLocks noGrp="1"/>
          </p:cNvSpPr>
          <p:nvPr/>
        </p:nvSpPr>
        <p:spPr>
          <a:xfrm>
            <a:off x="3790950" y="717042"/>
            <a:ext cx="15621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 · 대시보드</a:t>
            </a:r>
          </a:p>
        </p:txBody>
      </p:sp>
      <p:pic>
        <p:nvPicPr>
          <p:cNvPr id="15" name="그림 7"/>
          <p:cNvPicPr>
            <a:picLocks noChangeAspect="1"/>
          </p:cNvPicPr>
          <p:nvPr/>
        </p:nvPicPr>
        <p:blipFill rotWithShape="1">
          <a:blip r:embed="rId3"/>
          <a:srcRect t="5371"/>
          <a:stretch/>
        </p:blipFill>
        <p:spPr>
          <a:xfrm>
            <a:off x="4814933" y="1038225"/>
            <a:ext cx="1830382" cy="3752849"/>
          </a:xfrm>
          <a:prstGeom prst="rect">
            <a:avLst/>
          </a:prstGeom>
        </p:spPr>
      </p:pic>
      <p:pic>
        <p:nvPicPr>
          <p:cNvPr id="16" name="그림 29"/>
          <p:cNvPicPr>
            <a:picLocks noChangeAspect="1"/>
          </p:cNvPicPr>
          <p:nvPr/>
        </p:nvPicPr>
        <p:blipFill rotWithShape="1">
          <a:blip r:embed="rId4"/>
          <a:srcRect t="5371"/>
          <a:stretch/>
        </p:blipFill>
        <p:spPr>
          <a:xfrm>
            <a:off x="2555104" y="1038225"/>
            <a:ext cx="1830383" cy="3752850"/>
          </a:xfrm>
          <a:prstGeom prst="rect">
            <a:avLst/>
          </a:prstGeom>
        </p:spPr>
      </p:pic>
      <p:pic>
        <p:nvPicPr>
          <p:cNvPr id="17" name="그림 31"/>
          <p:cNvPicPr>
            <a:picLocks noChangeAspect="1"/>
          </p:cNvPicPr>
          <p:nvPr/>
        </p:nvPicPr>
        <p:blipFill rotWithShape="1">
          <a:blip r:embed="rId5"/>
          <a:srcRect t="5371"/>
          <a:stretch/>
        </p:blipFill>
        <p:spPr>
          <a:xfrm>
            <a:off x="295275" y="1038225"/>
            <a:ext cx="1830383" cy="3752850"/>
          </a:xfrm>
          <a:prstGeom prst="rect">
            <a:avLst/>
          </a:prstGeom>
        </p:spPr>
      </p:pic>
      <p:pic>
        <p:nvPicPr>
          <p:cNvPr id="18" name="그림 35"/>
          <p:cNvPicPr>
            <a:picLocks noChangeAspect="1"/>
          </p:cNvPicPr>
          <p:nvPr/>
        </p:nvPicPr>
        <p:blipFill rotWithShape="1">
          <a:blip r:embed="rId6"/>
          <a:srcRect t="5371"/>
          <a:stretch/>
        </p:blipFill>
        <p:spPr>
          <a:xfrm>
            <a:off x="7074760" y="1038225"/>
            <a:ext cx="1830383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54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E68876-297C-4827-AE67-5351AA911524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 측정 — 20초 rPPG 시나리오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51C7DC-8341-470D-AC6F-89C3A737D83B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5749C8-CBD1-4D39-BEDA-17838E21681A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D865C4-9D0B-431C-A161-CBE74E3A0CC6}"/>
              </a:ext>
            </a:extLst>
          </p:cNvPr>
          <p:cNvSpPr>
            <a:spLocks noGrp="1"/>
          </p:cNvSpPr>
          <p:nvPr/>
        </p:nvSpPr>
        <p:spPr>
          <a:xfrm>
            <a:off x="4000500" y="836485"/>
            <a:ext cx="11430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NT-04R · rPPG</a:t>
            </a:r>
          </a:p>
        </p:txBody>
      </p:sp>
      <p:pic>
        <p:nvPicPr>
          <p:cNvPr id="17" name="그림 5"/>
          <p:cNvPicPr>
            <a:picLocks noChangeAspect="1"/>
          </p:cNvPicPr>
          <p:nvPr/>
        </p:nvPicPr>
        <p:blipFill rotWithShape="1">
          <a:blip r:embed="rId3"/>
          <a:srcRect t="5278"/>
          <a:stretch/>
        </p:blipFill>
        <p:spPr>
          <a:xfrm>
            <a:off x="7239571" y="1011365"/>
            <a:ext cx="1826273" cy="3748087"/>
          </a:xfrm>
          <a:prstGeom prst="rect">
            <a:avLst/>
          </a:prstGeom>
        </p:spPr>
      </p:pic>
      <p:pic>
        <p:nvPicPr>
          <p:cNvPr id="18" name="그림 26"/>
          <p:cNvPicPr>
            <a:picLocks noChangeAspect="1"/>
          </p:cNvPicPr>
          <p:nvPr/>
        </p:nvPicPr>
        <p:blipFill rotWithShape="1">
          <a:blip r:embed="rId4"/>
          <a:srcRect t="5278"/>
          <a:stretch/>
        </p:blipFill>
        <p:spPr>
          <a:xfrm>
            <a:off x="4851780" y="1011365"/>
            <a:ext cx="1826273" cy="3748087"/>
          </a:xfrm>
          <a:prstGeom prst="rect">
            <a:avLst/>
          </a:prstGeom>
        </p:spPr>
      </p:pic>
      <p:pic>
        <p:nvPicPr>
          <p:cNvPr id="19" name="그림 28"/>
          <p:cNvPicPr>
            <a:picLocks noChangeAspect="1"/>
          </p:cNvPicPr>
          <p:nvPr/>
        </p:nvPicPr>
        <p:blipFill rotWithShape="1">
          <a:blip r:embed="rId5"/>
          <a:srcRect t="5278"/>
          <a:stretch/>
        </p:blipFill>
        <p:spPr>
          <a:xfrm>
            <a:off x="2463990" y="1011365"/>
            <a:ext cx="1826273" cy="3748087"/>
          </a:xfrm>
          <a:prstGeom prst="rect">
            <a:avLst/>
          </a:prstGeom>
        </p:spPr>
      </p:pic>
      <p:pic>
        <p:nvPicPr>
          <p:cNvPr id="20" name="그림 30"/>
          <p:cNvPicPr>
            <a:picLocks noChangeAspect="1"/>
          </p:cNvPicPr>
          <p:nvPr/>
        </p:nvPicPr>
        <p:blipFill rotWithShape="1">
          <a:blip r:embed="rId6"/>
          <a:srcRect t="5278"/>
          <a:stretch/>
        </p:blipFill>
        <p:spPr>
          <a:xfrm>
            <a:off x="76200" y="1011366"/>
            <a:ext cx="1826273" cy="374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68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1220</Words>
  <Application>Microsoft Office PowerPoint</Application>
  <DocSecurity>0</DocSecurity>
  <PresentationFormat>화면 슬라이드 쇼(16:9)</PresentationFormat>
  <Paragraphs>275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이준영</cp:lastModifiedBy>
  <cp:revision>16</cp:revision>
  <dcterms:created xsi:type="dcterms:W3CDTF">2026-07-20T12:24:58Z</dcterms:created>
  <dcterms:modified xsi:type="dcterms:W3CDTF">2026-07-21T08:13:48Z</dcterms:modified>
</cp:coreProperties>
</file>