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c2047dc32df402a" /><Relationship Type="http://schemas.openxmlformats.org/officeDocument/2006/relationships/extended-properties" Target="/docProps/app.xml" Id="R4c10578ecc5d4e3d" /><Relationship Type="http://schemas.openxmlformats.org/officeDocument/2006/relationships/officeDocument" Target="/ppt/presentation.xml" Id="Rd13db21b3da5444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c9209be98864ea5"/>
  </p:sldMasterIdLst>
  <p:notesMasterIdLst>
    <p:notesMasterId xmlns:r="http://schemas.openxmlformats.org/officeDocument/2006/relationships" r:id="R199c4de4b3484ca6"/>
  </p:notesMasterIdLst>
  <p:sldIdLst>
    <p:sldId xmlns:r="http://schemas.openxmlformats.org/officeDocument/2006/relationships" id="256" r:id="Rca42f4920000489f"/>
    <p:sldId xmlns:r="http://schemas.openxmlformats.org/officeDocument/2006/relationships" id="257" r:id="R6cfa9ec4ee164478"/>
    <p:sldId xmlns:r="http://schemas.openxmlformats.org/officeDocument/2006/relationships" id="258" r:id="R2a349317fb7d4916"/>
    <p:sldId xmlns:r="http://schemas.openxmlformats.org/officeDocument/2006/relationships" id="259" r:id="R04dae07ebe51413d"/>
    <p:sldId xmlns:r="http://schemas.openxmlformats.org/officeDocument/2006/relationships" id="260" r:id="R60873b4cbf62470e"/>
    <p:sldId xmlns:r="http://schemas.openxmlformats.org/officeDocument/2006/relationships" id="261" r:id="Rf4eb1df4fc9d468b"/>
    <p:sldId xmlns:r="http://schemas.openxmlformats.org/officeDocument/2006/relationships" id="262" r:id="R539748596e68493f"/>
    <p:sldId xmlns:r="http://schemas.openxmlformats.org/officeDocument/2006/relationships" id="263" r:id="Rb1acdfd4ed8b46c0"/>
    <p:sldId xmlns:r="http://schemas.openxmlformats.org/officeDocument/2006/relationships" id="264" r:id="Rf2be99b72a294522"/>
  </p:sldIdLst>
  <p:sldSz cx="9144000" cy="51435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a1a6b6cafce4726" /><Relationship Type="http://schemas.openxmlformats.org/officeDocument/2006/relationships/slideMaster" Target="/ppt/slideMasters/slideMaster1.xml" Id="R8c9209be98864ea5" /><Relationship Type="http://schemas.openxmlformats.org/officeDocument/2006/relationships/notesMaster" Target="/ppt/notesMasters/notesMaster1.xml" Id="R199c4de4b3484ca6" /><Relationship Type="http://schemas.openxmlformats.org/officeDocument/2006/relationships/presProps" Target="/ppt/presProps.xml" Id="R7ac0d2a517414cf9" /><Relationship Type="http://schemas.openxmlformats.org/officeDocument/2006/relationships/viewProps" Target="/ppt/viewProps.xml" Id="Re3780beeb94d49a3" /><Relationship Type="http://schemas.openxmlformats.org/officeDocument/2006/relationships/tableStyles" Target="/ppt/tableStyles.xml" Id="Re99d236ad11145fe" /><Relationship Type="http://schemas.openxmlformats.org/officeDocument/2006/relationships/slide" Target="/ppt/slides/slide1.xml" Id="Rca42f4920000489f" /><Relationship Type="http://schemas.openxmlformats.org/officeDocument/2006/relationships/slide" Target="/ppt/slides/slide2.xml" Id="R6cfa9ec4ee164478" /><Relationship Type="http://schemas.openxmlformats.org/officeDocument/2006/relationships/slide" Target="/ppt/slides/slide3.xml" Id="R2a349317fb7d4916" /><Relationship Type="http://schemas.openxmlformats.org/officeDocument/2006/relationships/slide" Target="/ppt/slides/slide4.xml" Id="R04dae07ebe51413d" /><Relationship Type="http://schemas.openxmlformats.org/officeDocument/2006/relationships/slide" Target="/ppt/slides/slide5.xml" Id="R60873b4cbf62470e" /><Relationship Type="http://schemas.openxmlformats.org/officeDocument/2006/relationships/slide" Target="/ppt/slides/slide6.xml" Id="Rf4eb1df4fc9d468b" /><Relationship Type="http://schemas.openxmlformats.org/officeDocument/2006/relationships/slide" Target="/ppt/slides/slide7.xml" Id="R539748596e68493f" /><Relationship Type="http://schemas.openxmlformats.org/officeDocument/2006/relationships/slide" Target="/ppt/slides/slide8.xml" Id="Rb1acdfd4ed8b46c0" /><Relationship Type="http://schemas.openxmlformats.org/officeDocument/2006/relationships/slide" Target="/ppt/slides/slide9.xml" Id="Rf2be99b72a29452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9b821e9fc3f471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a73d0ab863142a5" /><Relationship Type="http://schemas.openxmlformats.org/officeDocument/2006/relationships/notesMaster" Target="/ppt/notesMasters/notesMaster1.xml" Id="R044493cd0c304e3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b333f4dc3884189" /><Relationship Type="http://schemas.openxmlformats.org/officeDocument/2006/relationships/notesMaster" Target="/ppt/notesMasters/notesMaster1.xml" Id="Rcc708d89d2764e3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ee2c20cd6354767" /><Relationship Type="http://schemas.openxmlformats.org/officeDocument/2006/relationships/notesMaster" Target="/ppt/notesMasters/notesMaster1.xml" Id="Rdc8fa9c7de614b3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6faf6e8fb154b13" /><Relationship Type="http://schemas.openxmlformats.org/officeDocument/2006/relationships/notesMaster" Target="/ppt/notesMasters/notesMaster1.xml" Id="R74311ce62f7d414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bd2f8c5377d445d" /><Relationship Type="http://schemas.openxmlformats.org/officeDocument/2006/relationships/notesMaster" Target="/ppt/notesMasters/notesMaster1.xml" Id="R5a60a23849ad4eb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c389363ac8e460d" /><Relationship Type="http://schemas.openxmlformats.org/officeDocument/2006/relationships/notesMaster" Target="/ppt/notesMasters/notesMaster1.xml" Id="R40770d612dcd4f6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ebf1f85012d46d2" /><Relationship Type="http://schemas.openxmlformats.org/officeDocument/2006/relationships/notesMaster" Target="/ppt/notesMasters/notesMaster1.xml" Id="R450b68ac43514d6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dcd98915ee744fb" /><Relationship Type="http://schemas.openxmlformats.org/officeDocument/2006/relationships/notesMaster" Target="/ppt/notesMasters/notesMaster1.xml" Id="Re9378a3615a341a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8848ae2c865410c" /><Relationship Type="http://schemas.openxmlformats.org/officeDocument/2006/relationships/notesMaster" Target="/ppt/notesMasters/notesMaster1.xml" Id="R109b7c6db1a84cf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17ea64283e4839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fa224519de1489a" /><Relationship Type="http://schemas.openxmlformats.org/officeDocument/2006/relationships/slideLayout" Target="/ppt/slideLayouts/slideLayout1.xml" Id="R7e12e7661a5c43c4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e12e7661a5c43c4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d3cd30182948d4" /><Relationship Type="http://schemas.openxmlformats.org/officeDocument/2006/relationships/notesSlide" Target="/ppt/notesSlides/notesSlide1.xml" Id="R5f9d016d0b794f8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e66b8ef7a7473e" /><Relationship Type="http://schemas.openxmlformats.org/officeDocument/2006/relationships/image" Target="/ppt/media/image.png" Id="R23cf0db5b42149af" /><Relationship Type="http://schemas.openxmlformats.org/officeDocument/2006/relationships/image" Target="/ppt/media/image2.png" Id="R3361647148aa47b8" /><Relationship Type="http://schemas.openxmlformats.org/officeDocument/2006/relationships/image" Target="/ppt/media/image3.png" Id="Rcf07997571bb4e37" /><Relationship Type="http://schemas.openxmlformats.org/officeDocument/2006/relationships/notesSlide" Target="/ppt/notesSlides/notesSlide2.xml" Id="Rf918148e37fa40c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f27215850d471e" /><Relationship Type="http://schemas.openxmlformats.org/officeDocument/2006/relationships/image" Target="/ppt/media/image4.png" Id="Rd8df6b70fc4e4c42" /><Relationship Type="http://schemas.openxmlformats.org/officeDocument/2006/relationships/notesSlide" Target="/ppt/notesSlides/notesSlide3.xml" Id="R9c432b3d9c1b43f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5e0989fb9e4bc2" /><Relationship Type="http://schemas.openxmlformats.org/officeDocument/2006/relationships/image" Target="/ppt/media/image5.png" Id="R6ee1adab7508439d" /><Relationship Type="http://schemas.openxmlformats.org/officeDocument/2006/relationships/image" Target="/ppt/media/image6.png" Id="R91ef0164dfc8452f" /><Relationship Type="http://schemas.openxmlformats.org/officeDocument/2006/relationships/image" Target="/ppt/media/image7.png" Id="R6ad9fa30e9034802" /><Relationship Type="http://schemas.openxmlformats.org/officeDocument/2006/relationships/notesSlide" Target="/ppt/notesSlides/notesSlide4.xml" Id="Rbffb26c8d0d24a9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9d4f13cc624d8c" /><Relationship Type="http://schemas.openxmlformats.org/officeDocument/2006/relationships/image" Target="/ppt/media/image8.png" Id="R0a6fbc7143214e3c" /><Relationship Type="http://schemas.openxmlformats.org/officeDocument/2006/relationships/image" Target="/ppt/media/image9.png" Id="R162bfde20c704c5b" /><Relationship Type="http://schemas.openxmlformats.org/officeDocument/2006/relationships/notesSlide" Target="/ppt/notesSlides/notesSlide5.xml" Id="R07f366fe74634bd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25037589ba4c4e" /><Relationship Type="http://schemas.openxmlformats.org/officeDocument/2006/relationships/image" Target="/ppt/media/image10.png" Id="R1da8d5678055451f" /><Relationship Type="http://schemas.openxmlformats.org/officeDocument/2006/relationships/image" Target="/ppt/media/image11.png" Id="Rcb1b50ea7a454336" /><Relationship Type="http://schemas.openxmlformats.org/officeDocument/2006/relationships/notesSlide" Target="/ppt/notesSlides/notesSlide6.xml" Id="R8fa798e31ccf4dd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286b01732b43c7" /><Relationship Type="http://schemas.openxmlformats.org/officeDocument/2006/relationships/image" Target="/ppt/media/image.png" Id="R6db8b6f3460f4693" /><Relationship Type="http://schemas.openxmlformats.org/officeDocument/2006/relationships/image" Target="/ppt/media/image2.png" Id="R4ffb9ade08d44489" /><Relationship Type="http://schemas.openxmlformats.org/officeDocument/2006/relationships/image" Target="/ppt/media/image3.png" Id="R6ba5f15baea443ce" /><Relationship Type="http://schemas.openxmlformats.org/officeDocument/2006/relationships/notesSlide" Target="/ppt/notesSlides/notesSlide7.xml" Id="Rb4d7de6e6cae461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5b4605816c4cc7" /><Relationship Type="http://schemas.openxmlformats.org/officeDocument/2006/relationships/image" Target="/ppt/media/image5.png" Id="Rf1358b755741465d" /><Relationship Type="http://schemas.openxmlformats.org/officeDocument/2006/relationships/image" Target="/ppt/media/image6.png" Id="R0748ebfef70b4c53" /><Relationship Type="http://schemas.openxmlformats.org/officeDocument/2006/relationships/image" Target="/ppt/media/image7.png" Id="R41b20d69184b4178" /><Relationship Type="http://schemas.openxmlformats.org/officeDocument/2006/relationships/notesSlide" Target="/ppt/notesSlides/notesSlide8.xml" Id="Rdf787c89b456479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1da866eaa04ce7" /><Relationship Type="http://schemas.openxmlformats.org/officeDocument/2006/relationships/image" Target="/ppt/media/image8.png" Id="Rb7fbd05f7e124248" /><Relationship Type="http://schemas.openxmlformats.org/officeDocument/2006/relationships/image" Target="/ppt/media/image9.png" Id="R03e65531bce1499d" /><Relationship Type="http://schemas.openxmlformats.org/officeDocument/2006/relationships/image" Target="/ppt/media/image10.png" Id="Rbad272d6fcec4a82" /><Relationship Type="http://schemas.openxmlformats.org/officeDocument/2006/relationships/notesSlide" Target="/ppt/notesSlides/notesSlide9.xml" Id="R16f3a7eff518450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A76F9288-9278-45A2-B426-97AE2FDE2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"/>
            <a:ext cx="91440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 sz="2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2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NeuroTruth 통합 사용자 흐름</a:t>
            </a:r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02637CE6-A38D-4325-9EEA-9F7B6D02F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1792"/>
            <a:ext cx="9144000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A73"/>
          </a:solidFill>
          <a:ln xmlns:a="http://schemas.openxmlformats.org/drawingml/2006/main" w="0">
            <a:solidFill>
              <a:srgbClr val="267A73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58A19A78-E81E-4D81-8E6A-CCA63F3A9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1080" y="4846320"/>
            <a:ext cx="3657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  <a:defRPr sz="10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10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6" name="화살표: 오른쪽 5">
            <a:extLst xmlns:a="http://schemas.openxmlformats.org/drawingml/2006/main">
              <a:ext uri="{FF2B5EF4-FFF2-40B4-BE49-F238E27FC236}">
                <a16:creationId xmlns:a16="http://schemas.microsoft.com/office/drawing/2014/main" id="{19CD9CD5-EAEB-4911-B63F-79FA7D53F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1438275"/>
            <a:ext cx="342900" cy="1238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B7470"/>
          </a:solidFill>
          <a:ln xmlns:a="http://schemas.openxmlformats.org/drawingml/2006/main" w="0">
            <a:solidFill>
              <a:srgbClr val="5B7470"/>
            </a:solidFill>
            <a:prstDash val="solid"/>
          </a:ln>
        </p:spPr>
      </p:sp>
      <p:sp>
        <p:nvSpPr>
          <p:cNvPr id="7" name="화살표: 오른쪽 6">
            <a:extLst xmlns:a="http://schemas.openxmlformats.org/drawingml/2006/main">
              <a:ext uri="{FF2B5EF4-FFF2-40B4-BE49-F238E27FC236}">
                <a16:creationId xmlns:a16="http://schemas.microsoft.com/office/drawing/2014/main" id="{1CD7398B-9179-4ED7-8C07-7B9AF03F5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438275"/>
            <a:ext cx="342900" cy="1238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B7470"/>
          </a:solidFill>
          <a:ln xmlns:a="http://schemas.openxmlformats.org/drawingml/2006/main" w="0">
            <a:solidFill>
              <a:srgbClr val="5B7470"/>
            </a:solidFill>
            <a:prstDash val="solid"/>
          </a:ln>
        </p:spPr>
      </p:sp>
      <p:sp>
        <p:nvSpPr>
          <p:cNvPr id="8" name="화살표: 오른쪽 7">
            <a:extLst xmlns:a="http://schemas.openxmlformats.org/drawingml/2006/main">
              <a:ext uri="{FF2B5EF4-FFF2-40B4-BE49-F238E27FC236}">
                <a16:creationId xmlns:a16="http://schemas.microsoft.com/office/drawing/2014/main" id="{ADCC4C19-A8C6-4D1E-8CAA-8E508CBD7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438275"/>
            <a:ext cx="342900" cy="1238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B7470"/>
          </a:solidFill>
          <a:ln xmlns:a="http://schemas.openxmlformats.org/drawingml/2006/main" w="0">
            <a:solidFill>
              <a:srgbClr val="5B7470"/>
            </a:solidFill>
            <a:prstDash val="solid"/>
          </a:ln>
        </p:spPr>
      </p:sp>
      <p:sp>
        <p:nvSpPr>
          <p:cNvPr id="9" name="화살표: 아래쪽 8">
            <a:extLst xmlns:a="http://schemas.openxmlformats.org/drawingml/2006/main">
              <a:ext uri="{FF2B5EF4-FFF2-40B4-BE49-F238E27FC236}">
                <a16:creationId xmlns:a16="http://schemas.microsoft.com/office/drawing/2014/main" id="{48A79B49-8608-44A2-9635-0FC280329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885950"/>
            <a:ext cx="123825" cy="4381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5B7470"/>
          </a:solidFill>
          <a:ln xmlns:a="http://schemas.openxmlformats.org/drawingml/2006/main" w="0">
            <a:solidFill>
              <a:srgbClr val="5B7470"/>
            </a:solidFill>
            <a:prstDash val="solid"/>
          </a:ln>
        </p:spPr>
      </p:sp>
      <p:sp>
        <p:nvSpPr>
          <p:cNvPr id="10" name="화살표: 왼쪽 9">
            <a:extLst xmlns:a="http://schemas.openxmlformats.org/drawingml/2006/main">
              <a:ext uri="{FF2B5EF4-FFF2-40B4-BE49-F238E27FC236}">
                <a16:creationId xmlns:a16="http://schemas.microsoft.com/office/drawing/2014/main" id="{7D3C4FDA-FB8E-4404-B0C6-1D3CEC8F5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686050"/>
            <a:ext cx="304800" cy="123825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5B7470"/>
          </a:solidFill>
          <a:ln xmlns:a="http://schemas.openxmlformats.org/drawingml/2006/main" w="0">
            <a:solidFill>
              <a:srgbClr val="5B7470"/>
            </a:solidFill>
            <a:prstDash val="solid"/>
          </a:ln>
        </p:spPr>
      </p:sp>
      <p:sp>
        <p:nvSpPr>
          <p:cNvPr id="11" name="화살표: 왼쪽 10">
            <a:extLst xmlns:a="http://schemas.openxmlformats.org/drawingml/2006/main">
              <a:ext uri="{FF2B5EF4-FFF2-40B4-BE49-F238E27FC236}">
                <a16:creationId xmlns:a16="http://schemas.microsoft.com/office/drawing/2014/main" id="{6AD5204A-037D-4741-95CB-5F5A1C9C3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686050"/>
            <a:ext cx="304800" cy="123825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5B7470"/>
          </a:solidFill>
          <a:ln xmlns:a="http://schemas.openxmlformats.org/drawingml/2006/main" w="0">
            <a:solidFill>
              <a:srgbClr val="5B7470"/>
            </a:solidFill>
            <a:prstDash val="solid"/>
          </a:ln>
        </p:spPr>
      </p:sp>
      <p:sp>
        <p:nvSpPr>
          <p:cNvPr id="12" name="화살표: 왼쪽 11">
            <a:extLst xmlns:a="http://schemas.openxmlformats.org/drawingml/2006/main">
              <a:ext uri="{FF2B5EF4-FFF2-40B4-BE49-F238E27FC236}">
                <a16:creationId xmlns:a16="http://schemas.microsoft.com/office/drawing/2014/main" id="{B0E100AB-EFFD-433F-A2D1-0AFDFA21E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686050"/>
            <a:ext cx="304800" cy="123825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5B7470"/>
          </a:solidFill>
          <a:ln xmlns:a="http://schemas.openxmlformats.org/drawingml/2006/main" w="0">
            <a:solidFill>
              <a:srgbClr val="5B7470"/>
            </a:solidFill>
            <a:prstDash val="solid"/>
          </a:ln>
        </p:spPr>
      </p:sp>
      <p:sp>
        <p:nvSpPr>
          <p:cNvPr id="13" name="사각형: 둥근 모서리 12">
            <a:extLst xmlns:a="http://schemas.openxmlformats.org/drawingml/2006/main">
              <a:ext uri="{FF2B5EF4-FFF2-40B4-BE49-F238E27FC236}">
                <a16:creationId xmlns:a16="http://schemas.microsoft.com/office/drawing/2014/main" id="{B258BFE5-4096-4DC9-99F0-A958FE2DB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028700"/>
            <a:ext cx="1047750" cy="171450"/>
          </a:xfrm>
          <a:prstGeom xmlns:a="http://schemas.openxmlformats.org/drawingml/2006/main" prst="roundRect">
            <a:avLst>
              <a:gd name="adj" fmla="val 4444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① 진입 →</a:t>
            </a:r>
          </a:p>
        </p:txBody>
      </p:sp>
      <p:sp>
        <p:nvSpPr>
          <p:cNvPr id="14" name="사각형: 둥근 모서리 13">
            <a:extLst xmlns:a="http://schemas.openxmlformats.org/drawingml/2006/main">
              <a:ext uri="{FF2B5EF4-FFF2-40B4-BE49-F238E27FC236}">
                <a16:creationId xmlns:a16="http://schemas.microsoft.com/office/drawing/2014/main" id="{CD3D29FB-B545-4B03-A522-59C2C4576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28850"/>
            <a:ext cx="1333500" cy="171450"/>
          </a:xfrm>
          <a:prstGeom xmlns:a="http://schemas.openxmlformats.org/drawingml/2006/main" prst="roundRect">
            <a:avLst>
              <a:gd name="adj" fmla="val 4444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② 알림 흐름 ←</a:t>
            </a:r>
          </a:p>
        </p:txBody>
      </p:sp>
      <p:sp>
        <p:nvSpPr>
          <p:cNvPr id="15" name="사각형: 둥근 모서리 14">
            <a:extLst xmlns:a="http://schemas.openxmlformats.org/drawingml/2006/main">
              <a:ext uri="{FF2B5EF4-FFF2-40B4-BE49-F238E27FC236}">
                <a16:creationId xmlns:a16="http://schemas.microsoft.com/office/drawing/2014/main" id="{25DD3604-034D-4654-AAC3-B6CD9FC1C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200150"/>
            <a:ext cx="13716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2F8F7"/>
          </a:solidFill>
          <a:ln xmlns:a="http://schemas.openxmlformats.org/drawingml/2006/main" w="9525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/>
        </p:txBody>
      </p:sp>
      <p:sp>
        <p:nvSpPr>
          <p:cNvPr id="16" name="사각형: 둥근 모서리 15">
            <a:extLst xmlns:a="http://schemas.openxmlformats.org/drawingml/2006/main">
              <a:ext uri="{FF2B5EF4-FFF2-40B4-BE49-F238E27FC236}">
                <a16:creationId xmlns:a16="http://schemas.microsoft.com/office/drawing/2014/main" id="{541BB24B-5938-4571-8259-05CC1740F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266825"/>
            <a:ext cx="1219200" cy="247650"/>
          </a:xfrm>
          <a:prstGeom xmlns:a="http://schemas.openxmlformats.org/drawingml/2006/main" prst="roundRect">
            <a:avLst>
              <a:gd name="adj" fmla="val 3076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제품 안내</a:t>
            </a:r>
          </a:p>
        </p:txBody>
      </p:sp>
      <p:sp>
        <p:nvSpPr>
          <p:cNvPr id="17" name="사각형: 둥근 모서리 16">
            <a:extLst xmlns:a="http://schemas.openxmlformats.org/drawingml/2006/main">
              <a:ext uri="{FF2B5EF4-FFF2-40B4-BE49-F238E27FC236}">
                <a16:creationId xmlns:a16="http://schemas.microsoft.com/office/drawing/2014/main" id="{152FBA82-2F27-4992-819D-BD570B765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24000"/>
            <a:ext cx="1219200" cy="2286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NT-01 · 대상·한계</a:t>
            </a:r>
          </a:p>
        </p:txBody>
      </p:sp>
      <p:sp>
        <p:nvSpPr>
          <p:cNvPr id="18" name="사각형: 둥근 모서리 17">
            <a:extLst xmlns:a="http://schemas.openxmlformats.org/drawingml/2006/main">
              <a:ext uri="{FF2B5EF4-FFF2-40B4-BE49-F238E27FC236}">
                <a16:creationId xmlns:a16="http://schemas.microsoft.com/office/drawing/2014/main" id="{EC50D728-AADD-4D96-877A-7F09CF1F8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200150"/>
            <a:ext cx="14859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2F8F7"/>
          </a:solidFill>
          <a:ln xmlns:a="http://schemas.openxmlformats.org/drawingml/2006/main" w="9525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/>
        </p:txBody>
      </p:sp>
      <p:sp>
        <p:nvSpPr>
          <p:cNvPr id="19" name="사각형: 둥근 모서리 18">
            <a:extLst xmlns:a="http://schemas.openxmlformats.org/drawingml/2006/main">
              <a:ext uri="{FF2B5EF4-FFF2-40B4-BE49-F238E27FC236}">
                <a16:creationId xmlns:a16="http://schemas.microsoft.com/office/drawing/2014/main" id="{49C20932-61AB-4606-ADDC-6E46B9121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266825"/>
            <a:ext cx="1333500" cy="247650"/>
          </a:xfrm>
          <a:prstGeom xmlns:a="http://schemas.openxmlformats.org/drawingml/2006/main" prst="roundRect">
            <a:avLst>
              <a:gd name="adj" fmla="val 3076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가입 · 로그인</a:t>
            </a:r>
          </a:p>
        </p:txBody>
      </p:sp>
      <p:sp>
        <p:nvSpPr>
          <p:cNvPr id="20" name="사각형: 둥근 모서리 19">
            <a:extLst xmlns:a="http://schemas.openxmlformats.org/drawingml/2006/main">
              <a:ext uri="{FF2B5EF4-FFF2-40B4-BE49-F238E27FC236}">
                <a16:creationId xmlns:a16="http://schemas.microsoft.com/office/drawing/2014/main" id="{7A2DED61-086C-43B7-A963-C2EECDF12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524000"/>
            <a:ext cx="1333500" cy="2286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NT-02 · 환자 가입</a:t>
            </a:r>
          </a:p>
        </p:txBody>
      </p:sp>
      <p:sp>
        <p:nvSpPr>
          <p:cNvPr id="21" name="사각형: 둥근 모서리 20">
            <a:extLst xmlns:a="http://schemas.openxmlformats.org/drawingml/2006/main">
              <a:ext uri="{FF2B5EF4-FFF2-40B4-BE49-F238E27FC236}">
                <a16:creationId xmlns:a16="http://schemas.microsoft.com/office/drawing/2014/main" id="{48EA3D74-10CE-4C0E-A5CE-FC9A69E97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200150"/>
            <a:ext cx="14859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2F8F7"/>
          </a:solidFill>
          <a:ln xmlns:a="http://schemas.openxmlformats.org/drawingml/2006/main" w="9525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/>
        </p:txBody>
      </p:sp>
      <p:sp>
        <p:nvSpPr>
          <p:cNvPr id="22" name="사각형: 둥근 모서리 21">
            <a:extLst xmlns:a="http://schemas.openxmlformats.org/drawingml/2006/main">
              <a:ext uri="{FF2B5EF4-FFF2-40B4-BE49-F238E27FC236}">
                <a16:creationId xmlns:a16="http://schemas.microsoft.com/office/drawing/2014/main" id="{D3EA8F24-849E-41AF-82BA-52FC1017E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266825"/>
            <a:ext cx="1333500" cy="247650"/>
          </a:xfrm>
          <a:prstGeom xmlns:a="http://schemas.openxmlformats.org/drawingml/2006/main" prst="roundRect">
            <a:avLst>
              <a:gd name="adj" fmla="val 3076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동의 · 권한</a:t>
            </a:r>
          </a:p>
        </p:txBody>
      </p:sp>
      <p:sp>
        <p:nvSpPr>
          <p:cNvPr id="23" name="사각형: 둥근 모서리 22">
            <a:extLst xmlns:a="http://schemas.openxmlformats.org/drawingml/2006/main">
              <a:ext uri="{FF2B5EF4-FFF2-40B4-BE49-F238E27FC236}">
                <a16:creationId xmlns:a16="http://schemas.microsoft.com/office/drawing/2014/main" id="{CF65614B-575B-4F1D-B77B-3EA4311F5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524000"/>
            <a:ext cx="1333500" cy="2286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NT-03 · 필수·선택</a:t>
            </a:r>
          </a:p>
        </p:txBody>
      </p:sp>
      <p:sp>
        <p:nvSpPr>
          <p:cNvPr id="24" name="사각형: 둥근 모서리 23">
            <a:extLst xmlns:a="http://schemas.openxmlformats.org/drawingml/2006/main">
              <a:ext uri="{FF2B5EF4-FFF2-40B4-BE49-F238E27FC236}">
                <a16:creationId xmlns:a16="http://schemas.microsoft.com/office/drawing/2014/main" id="{F3623BE0-9CE9-4057-B068-A85B9E869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200150"/>
            <a:ext cx="14859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4F2"/>
          </a:solidFill>
          <a:ln xmlns:a="http://schemas.openxmlformats.org/drawingml/2006/main" w="19050">
            <a:solidFill>
              <a:srgbClr val="267A73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/>
        </p:txBody>
      </p:sp>
      <p:sp>
        <p:nvSpPr>
          <p:cNvPr id="25" name="사각형: 둥근 모서리 24">
            <a:extLst xmlns:a="http://schemas.openxmlformats.org/drawingml/2006/main">
              <a:ext uri="{FF2B5EF4-FFF2-40B4-BE49-F238E27FC236}">
                <a16:creationId xmlns:a16="http://schemas.microsoft.com/office/drawing/2014/main" id="{D2D7FD20-B14B-42C2-856A-BA3C8F5BC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266825"/>
            <a:ext cx="1333500" cy="247650"/>
          </a:xfrm>
          <a:prstGeom xmlns:a="http://schemas.openxmlformats.org/drawingml/2006/main" prst="roundRect">
            <a:avLst>
              <a:gd name="adj" fmla="val 3076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홈</a:t>
            </a:r>
          </a:p>
        </p:txBody>
      </p:sp>
      <p:sp>
        <p:nvSpPr>
          <p:cNvPr id="26" name="사각형: 둥근 모서리 25">
            <a:extLst xmlns:a="http://schemas.openxmlformats.org/drawingml/2006/main">
              <a:ext uri="{FF2B5EF4-FFF2-40B4-BE49-F238E27FC236}">
                <a16:creationId xmlns:a16="http://schemas.microsoft.com/office/drawing/2014/main" id="{988DCCFD-0648-4EDB-A4FC-7362D5E84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524000"/>
            <a:ext cx="1333500" cy="2286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NT-04 · 상태·Watch·얼굴</a:t>
            </a:r>
          </a:p>
        </p:txBody>
      </p:sp>
      <p:sp>
        <p:nvSpPr>
          <p:cNvPr id="27" name="사각형: 둥근 모서리 26">
            <a:extLst xmlns:a="http://schemas.openxmlformats.org/drawingml/2006/main">
              <a:ext uri="{FF2B5EF4-FFF2-40B4-BE49-F238E27FC236}">
                <a16:creationId xmlns:a16="http://schemas.microsoft.com/office/drawing/2014/main" id="{ECA7C973-6B29-4C80-98BE-5F3515943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400300"/>
            <a:ext cx="14859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2F8F7"/>
          </a:solidFill>
          <a:ln xmlns:a="http://schemas.openxmlformats.org/drawingml/2006/main" w="9525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/>
        </p:txBody>
      </p:sp>
      <p:sp>
        <p:nvSpPr>
          <p:cNvPr id="28" name="사각형: 둥근 모서리 27">
            <a:extLst xmlns:a="http://schemas.openxmlformats.org/drawingml/2006/main">
              <a:ext uri="{FF2B5EF4-FFF2-40B4-BE49-F238E27FC236}">
                <a16:creationId xmlns:a16="http://schemas.microsoft.com/office/drawing/2014/main" id="{F917D1B0-F4A0-4169-B4A4-36B91E3BE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466975"/>
            <a:ext cx="1333500" cy="247650"/>
          </a:xfrm>
          <a:prstGeom xmlns:a="http://schemas.openxmlformats.org/drawingml/2006/main" prst="roundRect">
            <a:avLst>
              <a:gd name="adj" fmla="val 3076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갈망 알림</a:t>
            </a:r>
          </a:p>
        </p:txBody>
      </p:sp>
      <p:sp>
        <p:nvSpPr>
          <p:cNvPr id="29" name="사각형: 둥근 모서리 28">
            <a:extLst xmlns:a="http://schemas.openxmlformats.org/drawingml/2006/main">
              <a:ext uri="{FF2B5EF4-FFF2-40B4-BE49-F238E27FC236}">
                <a16:creationId xmlns:a16="http://schemas.microsoft.com/office/drawing/2014/main" id="{9F9B7B90-20D9-4D2E-AE4D-58EA9D2FE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724150"/>
            <a:ext cx="1333500" cy="2286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NT-05 · </a:t>
            </a:r>
            <a:r>
              <a:rPr sz="9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지금</a:t>
            </a:r>
            <a:r>
              <a:rPr sz="9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/</a:t>
            </a:r>
            <a:r>
              <a:rPr sz="9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나중에</a:t>
            </a:r>
          </a:p>
        </p:txBody>
      </p:sp>
      <p:sp>
        <p:nvSpPr>
          <p:cNvPr id="30" name="사각형: 둥근 모서리 29">
            <a:extLst xmlns:a="http://schemas.openxmlformats.org/drawingml/2006/main">
              <a:ext uri="{FF2B5EF4-FFF2-40B4-BE49-F238E27FC236}">
                <a16:creationId xmlns:a16="http://schemas.microsoft.com/office/drawing/2014/main" id="{46202D0F-B84A-4495-83BF-3080CA504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00300"/>
            <a:ext cx="14859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2F8F7"/>
          </a:solidFill>
          <a:ln xmlns:a="http://schemas.openxmlformats.org/drawingml/2006/main" w="9525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/>
        </p:txBody>
      </p:sp>
      <p:sp>
        <p:nvSpPr>
          <p:cNvPr id="31" name="사각형: 둥근 모서리 30">
            <a:extLst xmlns:a="http://schemas.openxmlformats.org/drawingml/2006/main">
              <a:ext uri="{FF2B5EF4-FFF2-40B4-BE49-F238E27FC236}">
                <a16:creationId xmlns:a16="http://schemas.microsoft.com/office/drawing/2014/main" id="{E424603D-4AE1-4D71-8929-8561F4005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466975"/>
            <a:ext cx="1333500" cy="247650"/>
          </a:xfrm>
          <a:prstGeom xmlns:a="http://schemas.openxmlformats.org/drawingml/2006/main" prst="roundRect">
            <a:avLst>
              <a:gd name="adj" fmla="val 3076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AUQ</a:t>
            </a:r>
          </a:p>
        </p:txBody>
      </p:sp>
      <p:sp>
        <p:nvSpPr>
          <p:cNvPr id="32" name="사각형: 둥근 모서리 31">
            <a:extLst xmlns:a="http://schemas.openxmlformats.org/drawingml/2006/main">
              <a:ext uri="{FF2B5EF4-FFF2-40B4-BE49-F238E27FC236}">
                <a16:creationId xmlns:a16="http://schemas.microsoft.com/office/drawing/2014/main" id="{934D7584-C54E-4483-AC32-CB9669EB6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724150"/>
            <a:ext cx="1333500" cy="2286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NT-06 · 8문항·7단계</a:t>
            </a:r>
          </a:p>
        </p:txBody>
      </p:sp>
      <p:sp>
        <p:nvSpPr>
          <p:cNvPr id="33" name="사각형: 둥근 모서리 32">
            <a:extLst xmlns:a="http://schemas.openxmlformats.org/drawingml/2006/main">
              <a:ext uri="{FF2B5EF4-FFF2-40B4-BE49-F238E27FC236}">
                <a16:creationId xmlns:a16="http://schemas.microsoft.com/office/drawing/2014/main" id="{62A3B3D8-ABF1-42A6-AD4B-07D4A8DBD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400300"/>
            <a:ext cx="14859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4F2"/>
          </a:solidFill>
          <a:ln xmlns:a="http://schemas.openxmlformats.org/drawingml/2006/main" w="19050">
            <a:solidFill>
              <a:srgbClr val="267A73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/>
        </p:txBody>
      </p:sp>
      <p:sp>
        <p:nvSpPr>
          <p:cNvPr id="34" name="사각형: 둥근 모서리 33">
            <a:extLst xmlns:a="http://schemas.openxmlformats.org/drawingml/2006/main">
              <a:ext uri="{FF2B5EF4-FFF2-40B4-BE49-F238E27FC236}">
                <a16:creationId xmlns:a16="http://schemas.microsoft.com/office/drawing/2014/main" id="{3AF5DA80-8DDA-4EF5-9C6D-12B12D55A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466975"/>
            <a:ext cx="1333500" cy="247650"/>
          </a:xfrm>
          <a:prstGeom xmlns:a="http://schemas.openxmlformats.org/drawingml/2006/main" prst="roundRect">
            <a:avLst>
              <a:gd name="adj" fmla="val 3076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AI 챗봇</a:t>
            </a:r>
          </a:p>
        </p:txBody>
      </p:sp>
      <p:sp>
        <p:nvSpPr>
          <p:cNvPr id="35" name="사각형: 둥근 모서리 34">
            <a:extLst xmlns:a="http://schemas.openxmlformats.org/drawingml/2006/main">
              <a:ext uri="{FF2B5EF4-FFF2-40B4-BE49-F238E27FC236}">
                <a16:creationId xmlns:a16="http://schemas.microsoft.com/office/drawing/2014/main" id="{B761D980-7F2C-4B1F-B479-DC51A7AB4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724150"/>
            <a:ext cx="1333500" cy="2286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NT-07 · 텍스트·STT·TTS</a:t>
            </a:r>
          </a:p>
        </p:txBody>
      </p:sp>
      <p:sp>
        <p:nvSpPr>
          <p:cNvPr id="36" name="사각형: 둥근 모서리 35">
            <a:extLst xmlns:a="http://schemas.openxmlformats.org/drawingml/2006/main">
              <a:ext uri="{FF2B5EF4-FFF2-40B4-BE49-F238E27FC236}">
                <a16:creationId xmlns:a16="http://schemas.microsoft.com/office/drawing/2014/main" id="{21411EBD-17E8-425F-B157-C12BB11E2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00300"/>
            <a:ext cx="14859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2F8F7"/>
          </a:solidFill>
          <a:ln xmlns:a="http://schemas.openxmlformats.org/drawingml/2006/main" w="9525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/>
        </p:txBody>
      </p:sp>
      <p:sp>
        <p:nvSpPr>
          <p:cNvPr id="37" name="사각형: 둥근 모서리 36">
            <a:extLst xmlns:a="http://schemas.openxmlformats.org/drawingml/2006/main">
              <a:ext uri="{FF2B5EF4-FFF2-40B4-BE49-F238E27FC236}">
                <a16:creationId xmlns:a16="http://schemas.microsoft.com/office/drawing/2014/main" id="{D5445FD3-4127-4278-A0EA-D30D866E2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66975"/>
            <a:ext cx="1333500" cy="247650"/>
          </a:xfrm>
          <a:prstGeom xmlns:a="http://schemas.openxmlformats.org/drawingml/2006/main" prst="roundRect">
            <a:avLst>
              <a:gd name="adj" fmla="val 3076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대시보드</a:t>
            </a:r>
          </a:p>
        </p:txBody>
      </p:sp>
      <p:sp>
        <p:nvSpPr>
          <p:cNvPr id="38" name="사각형: 둥근 모서리 37">
            <a:extLst xmlns:a="http://schemas.openxmlformats.org/drawingml/2006/main">
              <a:ext uri="{FF2B5EF4-FFF2-40B4-BE49-F238E27FC236}">
                <a16:creationId xmlns:a16="http://schemas.microsoft.com/office/drawing/2014/main" id="{9E4C9A59-BB85-4438-AA91-781551EA0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24150"/>
            <a:ext cx="1333500" cy="2286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NT-08 · 단계·이벤트·AUQ</a:t>
            </a:r>
          </a:p>
        </p:txBody>
      </p:sp>
      <p:sp>
        <p:nvSpPr>
          <p:cNvPr id="39" name="사각형: 둥근 모서리 38">
            <a:extLst xmlns:a="http://schemas.openxmlformats.org/drawingml/2006/main">
              <a:ext uri="{FF2B5EF4-FFF2-40B4-BE49-F238E27FC236}">
                <a16:creationId xmlns:a16="http://schemas.microsoft.com/office/drawing/2014/main" id="{AAF23ABB-9220-4A71-90D6-04750CE2D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67050"/>
            <a:ext cx="2095500" cy="2286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나중에 선택하면 홈을 유지합니다</a:t>
            </a:r>
          </a:p>
        </p:txBody>
      </p:sp>
      <p:sp>
        <p:nvSpPr>
          <p:cNvPr id="40" name="사각형: 둥근 모서리 39">
            <a:extLst xmlns:a="http://schemas.openxmlformats.org/drawingml/2006/main">
              <a:ext uri="{FF2B5EF4-FFF2-40B4-BE49-F238E27FC236}">
                <a16:creationId xmlns:a16="http://schemas.microsoft.com/office/drawing/2014/main" id="{94452F7B-E08F-402D-8A12-40D8AE92D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638550"/>
            <a:ext cx="27051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/>
        </p:txBody>
      </p:sp>
      <p:sp>
        <p:nvSpPr>
          <p:cNvPr id="41" name="사각형: 둥근 모서리 40">
            <a:extLst xmlns:a="http://schemas.openxmlformats.org/drawingml/2006/main">
              <a:ext uri="{FF2B5EF4-FFF2-40B4-BE49-F238E27FC236}">
                <a16:creationId xmlns:a16="http://schemas.microsoft.com/office/drawing/2014/main" id="{A986342D-E783-4C11-8AE8-5982430E8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733800"/>
            <a:ext cx="2400300" cy="323850"/>
          </a:xfrm>
          <a:prstGeom xmlns:a="http://schemas.openxmlformats.org/drawingml/2006/main" prst="roundRect">
            <a:avLst>
              <a:gd name="adj" fmla="val 235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NT-04 · 홈</a:t>
            </a:r>
          </a:p>
        </p:txBody>
      </p:sp>
      <p:sp>
        <p:nvSpPr>
          <p:cNvPr id="42" name="사각형: 둥근 모서리 41">
            <a:extLst xmlns:a="http://schemas.openxmlformats.org/drawingml/2006/main">
              <a:ext uri="{FF2B5EF4-FFF2-40B4-BE49-F238E27FC236}">
                <a16:creationId xmlns:a16="http://schemas.microsoft.com/office/drawing/2014/main" id="{194C6127-E84F-4891-9886-82DC0D396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057650"/>
            <a:ext cx="2400300" cy="26670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프로필</a:t>
            </a:r>
            <a:r>
              <a:rPr sz="90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 · </a:t>
            </a:r>
            <a:r>
              <a:rPr sz="90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갈망</a:t>
            </a:r>
            <a:r>
              <a:rPr sz="90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 · Watch</a:t>
            </a:r>
          </a:p>
          <a:p xmlns:a="http://schemas.openxmlformats.org/drawingml/2006/main">
            <a:pPr algn="l">
              <a:buNone/>
              <a:defRPr sz="105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NT-09 </a:t>
            </a:r>
            <a:r>
              <a:rPr sz="90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설정</a:t>
            </a:r>
            <a:r>
              <a:rPr sz="90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: </a:t>
            </a:r>
            <a:r>
              <a:rPr sz="90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우측</a:t>
            </a:r>
            <a:r>
              <a:rPr sz="90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0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상단</a:t>
            </a:r>
          </a:p>
        </p:txBody>
      </p:sp>
      <p:sp>
        <p:nvSpPr>
          <p:cNvPr id="43" name="사각형: 둥근 모서리 42">
            <a:extLst xmlns:a="http://schemas.openxmlformats.org/drawingml/2006/main">
              <a:ext uri="{FF2B5EF4-FFF2-40B4-BE49-F238E27FC236}">
                <a16:creationId xmlns:a16="http://schemas.microsoft.com/office/drawing/2014/main" id="{F8FFF9D1-9AC0-4503-B9D0-872D47053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638550"/>
            <a:ext cx="27051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/>
        </p:txBody>
      </p:sp>
      <p:sp>
        <p:nvSpPr>
          <p:cNvPr id="44" name="사각형: 둥근 모서리 43">
            <a:extLst xmlns:a="http://schemas.openxmlformats.org/drawingml/2006/main">
              <a:ext uri="{FF2B5EF4-FFF2-40B4-BE49-F238E27FC236}">
                <a16:creationId xmlns:a16="http://schemas.microsoft.com/office/drawing/2014/main" id="{31415886-A942-4044-855A-EC275464E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733800"/>
            <a:ext cx="2400300" cy="323850"/>
          </a:xfrm>
          <a:prstGeom xmlns:a="http://schemas.openxmlformats.org/drawingml/2006/main" prst="roundRect">
            <a:avLst>
              <a:gd name="adj" fmla="val 235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NT-08 · 대시보드</a:t>
            </a:r>
          </a:p>
        </p:txBody>
      </p:sp>
      <p:sp>
        <p:nvSpPr>
          <p:cNvPr id="45" name="사각형: 둥근 모서리 44">
            <a:extLst xmlns:a="http://schemas.openxmlformats.org/drawingml/2006/main">
              <a:ext uri="{FF2B5EF4-FFF2-40B4-BE49-F238E27FC236}">
                <a16:creationId xmlns:a16="http://schemas.microsoft.com/office/drawing/2014/main" id="{8DBECADD-28E4-44BA-AF88-08547D2C0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095750"/>
            <a:ext cx="2400300" cy="26670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4단계 중첩 · 이벤트 · AUQ X/56</a:t>
            </a:r>
          </a:p>
        </p:txBody>
      </p:sp>
      <p:sp>
        <p:nvSpPr>
          <p:cNvPr id="46" name="사각형: 둥근 모서리 45">
            <a:extLst xmlns:a="http://schemas.openxmlformats.org/drawingml/2006/main">
              <a:ext uri="{FF2B5EF4-FFF2-40B4-BE49-F238E27FC236}">
                <a16:creationId xmlns:a16="http://schemas.microsoft.com/office/drawing/2014/main" id="{295A7ECA-90FF-4C87-A803-3FF315333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638550"/>
            <a:ext cx="27051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/>
        </p:txBody>
      </p:sp>
      <p:sp>
        <p:nvSpPr>
          <p:cNvPr id="47" name="사각형: 둥근 모서리 46">
            <a:extLst xmlns:a="http://schemas.openxmlformats.org/drawingml/2006/main">
              <a:ext uri="{FF2B5EF4-FFF2-40B4-BE49-F238E27FC236}">
                <a16:creationId xmlns:a16="http://schemas.microsoft.com/office/drawing/2014/main" id="{BFCB7D31-342D-4649-8FAD-9134C2EEB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733800"/>
            <a:ext cx="2400300" cy="323850"/>
          </a:xfrm>
          <a:prstGeom xmlns:a="http://schemas.openxmlformats.org/drawingml/2006/main" prst="roundRect">
            <a:avLst>
              <a:gd name="adj" fmla="val 235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NT-07 · 챗봇</a:t>
            </a:r>
          </a:p>
        </p:txBody>
      </p:sp>
      <p:sp>
        <p:nvSpPr>
          <p:cNvPr id="48" name="사각형: 둥근 모서리 47">
            <a:extLst xmlns:a="http://schemas.openxmlformats.org/drawingml/2006/main">
              <a:ext uri="{FF2B5EF4-FFF2-40B4-BE49-F238E27FC236}">
                <a16:creationId xmlns:a16="http://schemas.microsoft.com/office/drawing/2014/main" id="{B7411FF9-6145-4828-AE9F-5CD581ECA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95750"/>
            <a:ext cx="2400300" cy="26670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자유대화 · STT 입력 · TTS 듣기</a:t>
            </a:r>
          </a:p>
        </p:txBody>
      </p:sp>
    </p:spTree>
    <p:extLst>
      <p:ext uri="{BB962C8B-B14F-4D97-AF65-F5344CB8AC3E}">
        <p14:creationId xmlns:p14="http://schemas.microsoft.com/office/powerpoint/2010/main" val="71480843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0E01DC0F-DB2A-4026-AB02-D68110568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"/>
            <a:ext cx="91440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 sz="2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2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시작 — 안내 · 가입 · 동의</a:t>
            </a:r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0BDD46B6-FD02-4808-85D5-756227C9A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1792"/>
            <a:ext cx="9144000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A73"/>
          </a:solidFill>
          <a:ln xmlns:a="http://schemas.openxmlformats.org/drawingml/2006/main" w="0">
            <a:solidFill>
              <a:srgbClr val="267A73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1CADBBFE-2C6D-4368-A9BC-CA77524E0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1080" y="4846320"/>
            <a:ext cx="3657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  <a:defRPr sz="10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10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6" name="사각형: 둥근 모서리 5">
            <a:extLst xmlns:a="http://schemas.openxmlformats.org/drawingml/2006/main">
              <a:ext uri="{FF2B5EF4-FFF2-40B4-BE49-F238E27FC236}">
                <a16:creationId xmlns:a16="http://schemas.microsoft.com/office/drawing/2014/main" id="{D7A9A1EA-2D07-4918-B0B5-2CDB4C176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90600"/>
            <a:ext cx="1499616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2F8F7"/>
          </a:solidFill>
          <a:ln xmlns:a="http://schemas.openxmlformats.org/drawingml/2006/main" w="7620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NT-01 · 제품 안내</a:t>
            </a:r>
          </a:p>
        </p:txBody>
      </p:sp>
      <p:sp>
        <p:nvSpPr>
          <p:cNvPr id="7" name="사각형: 둥근 모서리 6">
            <a:extLst xmlns:a="http://schemas.openxmlformats.org/drawingml/2006/main">
              <a:ext uri="{FF2B5EF4-FFF2-40B4-BE49-F238E27FC236}">
                <a16:creationId xmlns:a16="http://schemas.microsoft.com/office/drawing/2014/main" id="{DF441844-98CB-41CA-A26C-A446B970E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990600"/>
            <a:ext cx="1499616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2F8F7"/>
          </a:solidFill>
          <a:ln xmlns:a="http://schemas.openxmlformats.org/drawingml/2006/main" w="7620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NT-02 · 가입 · 로그인</a:t>
            </a:r>
          </a:p>
        </p:txBody>
      </p:sp>
      <p:sp>
        <p:nvSpPr>
          <p:cNvPr id="8" name="사각형: 둥근 모서리 7">
            <a:extLst xmlns:a="http://schemas.openxmlformats.org/drawingml/2006/main">
              <a:ext uri="{FF2B5EF4-FFF2-40B4-BE49-F238E27FC236}">
                <a16:creationId xmlns:a16="http://schemas.microsoft.com/office/drawing/2014/main" id="{3950265E-7018-4FDC-AB10-FAEB31502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990600"/>
            <a:ext cx="1499616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2F8F7"/>
          </a:solidFill>
          <a:ln xmlns:a="http://schemas.openxmlformats.org/drawingml/2006/main" w="7620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NT-03 · 동의 · 권한</a:t>
            </a:r>
          </a:p>
        </p:txBody>
      </p:sp>
      <p:pic>
        <p:nvPicPr>
          <p:cNvPr id="32" name="그림 2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cf0db5b42149af"/>
          <a:srcRect xmlns:a="http://schemas.openxmlformats.org/drawingml/2006/main" l="0" t="1296" r="0" b="129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9100" y="1200150"/>
            <a:ext cx="1499616" cy="324612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chemeClr val="tx1"/>
            </a:solidFill>
          </a:ln>
        </p:spPr>
      </p:pic>
      <p:pic>
        <p:nvPicPr>
          <p:cNvPr id="33" name="그림 3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61647148aa47b8"/>
          <a:srcRect xmlns:a="http://schemas.openxmlformats.org/drawingml/2006/main" l="0" t="1296" r="0" b="129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114550" y="1200150"/>
            <a:ext cx="1499616" cy="324612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chemeClr val="tx1"/>
            </a:solidFill>
          </a:ln>
        </p:spPr>
      </p:pic>
      <p:pic>
        <p:nvPicPr>
          <p:cNvPr id="34" name="그림 3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07997571bb4e37"/>
          <a:srcRect xmlns:a="http://schemas.openxmlformats.org/drawingml/2006/main" l="0" t="1296" r="0" b="129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10000" y="1200150"/>
            <a:ext cx="1499616" cy="324612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chemeClr val="tx1"/>
            </a:solidFill>
          </a:ln>
        </p:spPr>
      </p:pic>
      <p:sp>
        <p:nvSpPr>
          <p:cNvPr id="13" name="사각형: 둥근 모서리 12">
            <a:extLst xmlns:a="http://schemas.openxmlformats.org/drawingml/2006/main">
              <a:ext uri="{FF2B5EF4-FFF2-40B4-BE49-F238E27FC236}">
                <a16:creationId xmlns:a16="http://schemas.microsoft.com/office/drawing/2014/main" id="{11E8AC91-CABD-4352-88D3-734CA265E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1200150"/>
            <a:ext cx="31623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/>
        </p:txBody>
      </p:sp>
      <p:sp>
        <p:nvSpPr>
          <p:cNvPr id="14" name="타원 13">
            <a:extLst xmlns:a="http://schemas.openxmlformats.org/drawingml/2006/main">
              <a:ext uri="{FF2B5EF4-FFF2-40B4-BE49-F238E27FC236}">
                <a16:creationId xmlns:a16="http://schemas.microsoft.com/office/drawing/2014/main" id="{8410F668-7858-4CBC-AF5B-E8EFEB802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3335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7A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사각형: 둥근 모서리 14">
            <a:extLst xmlns:a="http://schemas.openxmlformats.org/drawingml/2006/main">
              <a:ext uri="{FF2B5EF4-FFF2-40B4-BE49-F238E27FC236}">
                <a16:creationId xmlns:a16="http://schemas.microsoft.com/office/drawing/2014/main" id="{25FBC9C2-35AF-421F-92F5-486A7F8D3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333500"/>
            <a:ext cx="285750" cy="285750"/>
          </a:xfrm>
          <a:prstGeom xmlns:a="http://schemas.openxmlformats.org/drawingml/2006/main" prst="roundRect">
            <a:avLst>
              <a:gd name="adj" fmla="val 2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6" name="사각형: 둥근 모서리 15">
            <a:extLst xmlns:a="http://schemas.openxmlformats.org/drawingml/2006/main">
              <a:ext uri="{FF2B5EF4-FFF2-40B4-BE49-F238E27FC236}">
                <a16:creationId xmlns:a16="http://schemas.microsoft.com/office/drawing/2014/main" id="{4DA3AB8D-2265-4944-A161-CE79FFB63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295400"/>
            <a:ext cx="2514600" cy="323850"/>
          </a:xfrm>
          <a:prstGeom xmlns:a="http://schemas.openxmlformats.org/drawingml/2006/main" prst="roundRect">
            <a:avLst>
              <a:gd name="adj" fmla="val 235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안내 후 가입</a:t>
            </a:r>
          </a:p>
        </p:txBody>
      </p:sp>
      <p:sp>
        <p:nvSpPr>
          <p:cNvPr id="17" name="사각형: 둥근 모서리 16">
            <a:extLst xmlns:a="http://schemas.openxmlformats.org/drawingml/2006/main">
              <a:ext uri="{FF2B5EF4-FFF2-40B4-BE49-F238E27FC236}">
                <a16:creationId xmlns:a16="http://schemas.microsoft.com/office/drawing/2014/main" id="{FD8CB577-274C-42D8-818C-235B133FE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657350"/>
            <a:ext cx="2857500" cy="971550"/>
          </a:xfrm>
          <a:prstGeom xmlns:a="http://schemas.openxmlformats.org/drawingml/2006/main" prst="roundRect">
            <a:avLst>
              <a:gd name="adj" fmla="val 784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사용 대상과 한계를 먼저 설명한 뒤 환자가 직접 가입합니다. 인증 전에는 하단 탭을 표시하지 않습니다.</a:t>
            </a:r>
          </a:p>
        </p:txBody>
      </p:sp>
      <p:sp>
        <p:nvSpPr>
          <p:cNvPr id="18" name="사각형: 둥근 모서리 17">
            <a:extLst xmlns:a="http://schemas.openxmlformats.org/drawingml/2006/main">
              <a:ext uri="{FF2B5EF4-FFF2-40B4-BE49-F238E27FC236}">
                <a16:creationId xmlns:a16="http://schemas.microsoft.com/office/drawing/2014/main" id="{765C995D-6487-4C00-BF9E-FB4F05390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914650"/>
            <a:ext cx="31623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/>
        </p:txBody>
      </p:sp>
      <p:sp>
        <p:nvSpPr>
          <p:cNvPr id="19" name="타원 18">
            <a:extLst xmlns:a="http://schemas.openxmlformats.org/drawingml/2006/main">
              <a:ext uri="{FF2B5EF4-FFF2-40B4-BE49-F238E27FC236}">
                <a16:creationId xmlns:a16="http://schemas.microsoft.com/office/drawing/2014/main" id="{69E9DEE0-F60C-4514-BA6F-3A402368B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0480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7A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사각형: 둥근 모서리 19">
            <a:extLst xmlns:a="http://schemas.openxmlformats.org/drawingml/2006/main">
              <a:ext uri="{FF2B5EF4-FFF2-40B4-BE49-F238E27FC236}">
                <a16:creationId xmlns:a16="http://schemas.microsoft.com/office/drawing/2014/main" id="{828E4DDB-694B-4ED3-B33C-D568A2F63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048000"/>
            <a:ext cx="285750" cy="285750"/>
          </a:xfrm>
          <a:prstGeom xmlns:a="http://schemas.openxmlformats.org/drawingml/2006/main" prst="roundRect">
            <a:avLst>
              <a:gd name="adj" fmla="val 2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21" name="사각형: 둥근 모서리 20">
            <a:extLst xmlns:a="http://schemas.openxmlformats.org/drawingml/2006/main">
              <a:ext uri="{FF2B5EF4-FFF2-40B4-BE49-F238E27FC236}">
                <a16:creationId xmlns:a16="http://schemas.microsoft.com/office/drawing/2014/main" id="{54323B78-49E0-4714-9E09-126454AB4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009900"/>
            <a:ext cx="2514600" cy="323850"/>
          </a:xfrm>
          <a:prstGeom xmlns:a="http://schemas.openxmlformats.org/drawingml/2006/main" prst="roundRect">
            <a:avLst>
              <a:gd name="adj" fmla="val 235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동의와 권한</a:t>
            </a:r>
          </a:p>
        </p:txBody>
      </p:sp>
      <p:sp>
        <p:nvSpPr>
          <p:cNvPr id="22" name="사각형: 둥근 모서리 21">
            <a:extLst xmlns:a="http://schemas.openxmlformats.org/drawingml/2006/main">
              <a:ext uri="{FF2B5EF4-FFF2-40B4-BE49-F238E27FC236}">
                <a16:creationId xmlns:a16="http://schemas.microsoft.com/office/drawing/2014/main" id="{907429BF-3545-4FFD-85D6-6E4CD5370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371850"/>
            <a:ext cx="2857500" cy="971550"/>
          </a:xfrm>
          <a:prstGeom xmlns:a="http://schemas.openxmlformats.org/drawingml/2006/main" prst="roundRect">
            <a:avLst>
              <a:gd name="adj" fmla="val 784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음성·카메라는 선택 동의로 관리하고, 실제 기능을 처음 열 때 마이크·카메라 권한을 요청합니다. 저장 후 홈으로 이동합니다.</a:t>
            </a:r>
          </a:p>
        </p:txBody>
      </p:sp>
    </p:spTree>
    <p:extLst>
      <p:ext uri="{BB962C8B-B14F-4D97-AF65-F5344CB8AC3E}">
        <p14:creationId xmlns:p14="http://schemas.microsoft.com/office/powerpoint/2010/main" val="128415485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FE68876-297C-4827-AE67-5351AA911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"/>
            <a:ext cx="91440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 sz="2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2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홈 — 프로필 · 갈망 상태 · Watch</a:t>
            </a:r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2751C7DC-8341-470D-AC6F-89C3A737D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1792"/>
            <a:ext cx="9144000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A73"/>
          </a:solidFill>
          <a:ln xmlns:a="http://schemas.openxmlformats.org/drawingml/2006/main" w="0">
            <a:solidFill>
              <a:srgbClr val="267A73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D65749C8-CBD1-4D39-BEDA-17838E216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1080" y="4846320"/>
            <a:ext cx="3657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  <a:defRPr sz="10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10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pic>
        <p:nvPicPr>
          <p:cNvPr id="28" name="그림 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df6b70fc4e4c42"/>
          <a:srcRect xmlns:a="http://schemas.openxmlformats.org/drawingml/2006/main" l="14" t="0" r="1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" y="1104900"/>
            <a:ext cx="1752600" cy="3895725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chemeClr val="tx1"/>
            </a:solidFill>
          </a:ln>
        </p:spPr>
      </p:pic>
      <p:sp>
        <p:nvSpPr>
          <p:cNvPr id="8" name="사각형: 둥근 모서리 7">
            <a:extLst xmlns:a="http://schemas.openxmlformats.org/drawingml/2006/main">
              <a:ext uri="{FF2B5EF4-FFF2-40B4-BE49-F238E27FC236}">
                <a16:creationId xmlns:a16="http://schemas.microsoft.com/office/drawing/2014/main" id="{7DD865C4-9D0B-431C-A161-CBE74E3A0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066800"/>
            <a:ext cx="11430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2F8F7"/>
          </a:solidFill>
          <a:ln xmlns:a="http://schemas.openxmlformats.org/drawingml/2006/main" w="7620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NT-04 · 홈</a:t>
            </a:r>
          </a:p>
        </p:txBody>
      </p:sp>
      <p:sp>
        <p:nvSpPr>
          <p:cNvPr id="9" name="사각형: 둥근 모서리 8">
            <a:extLst xmlns:a="http://schemas.openxmlformats.org/drawingml/2006/main">
              <a:ext uri="{FF2B5EF4-FFF2-40B4-BE49-F238E27FC236}">
                <a16:creationId xmlns:a16="http://schemas.microsoft.com/office/drawing/2014/main" id="{C42A2267-CBCF-43A7-AE84-A88CC602D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1143000"/>
            <a:ext cx="57531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/>
        </p:txBody>
      </p:sp>
      <p:sp>
        <p:nvSpPr>
          <p:cNvPr id="10" name="타원 9">
            <a:extLst xmlns:a="http://schemas.openxmlformats.org/drawingml/2006/main">
              <a:ext uri="{FF2B5EF4-FFF2-40B4-BE49-F238E27FC236}">
                <a16:creationId xmlns:a16="http://schemas.microsoft.com/office/drawing/2014/main" id="{6D9DF939-8699-45BA-A5DB-BB854D2F6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2763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7A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사각형: 둥근 모서리 10">
            <a:extLst xmlns:a="http://schemas.openxmlformats.org/drawingml/2006/main">
              <a:ext uri="{FF2B5EF4-FFF2-40B4-BE49-F238E27FC236}">
                <a16:creationId xmlns:a16="http://schemas.microsoft.com/office/drawing/2014/main" id="{9A8E7131-9C58-484D-B009-F1874B48F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276350"/>
            <a:ext cx="285750" cy="285750"/>
          </a:xfrm>
          <a:prstGeom xmlns:a="http://schemas.openxmlformats.org/drawingml/2006/main" prst="roundRect">
            <a:avLst>
              <a:gd name="adj" fmla="val 2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2" name="사각형: 둥근 모서리 11">
            <a:extLst xmlns:a="http://schemas.openxmlformats.org/drawingml/2006/main">
              <a:ext uri="{FF2B5EF4-FFF2-40B4-BE49-F238E27FC236}">
                <a16:creationId xmlns:a16="http://schemas.microsoft.com/office/drawing/2014/main" id="{F83C6993-0594-4A19-8AC2-143024713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238250"/>
            <a:ext cx="5105400" cy="323850"/>
          </a:xfrm>
          <a:prstGeom xmlns:a="http://schemas.openxmlformats.org/drawingml/2006/main" prst="roundRect">
            <a:avLst>
              <a:gd name="adj" fmla="val 235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프로필</a:t>
            </a:r>
          </a:p>
        </p:txBody>
      </p:sp>
      <p:sp>
        <p:nvSpPr>
          <p:cNvPr id="13" name="사각형: 둥근 모서리 12">
            <a:extLst xmlns:a="http://schemas.openxmlformats.org/drawingml/2006/main">
              <a:ext uri="{FF2B5EF4-FFF2-40B4-BE49-F238E27FC236}">
                <a16:creationId xmlns:a16="http://schemas.microsoft.com/office/drawing/2014/main" id="{ADCBAFD8-C422-4916-8E29-4C2BB5020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1600200"/>
            <a:ext cx="5448300" cy="438150"/>
          </a:xfrm>
          <a:prstGeom xmlns:a="http://schemas.openxmlformats.org/drawingml/2006/main" prst="roundRect">
            <a:avLst>
              <a:gd name="adj" fmla="val 1739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사용자 요약을 첫 카드로 보여 줍니다. 계정·동의·권한은 우측 상단 설정에서 엽니다.</a:t>
            </a:r>
          </a:p>
        </p:txBody>
      </p:sp>
      <p:sp>
        <p:nvSpPr>
          <p:cNvPr id="14" name="사각형: 둥근 모서리 13">
            <a:extLst xmlns:a="http://schemas.openxmlformats.org/drawingml/2006/main">
              <a:ext uri="{FF2B5EF4-FFF2-40B4-BE49-F238E27FC236}">
                <a16:creationId xmlns:a16="http://schemas.microsoft.com/office/drawing/2014/main" id="{6C30AA38-ECFC-40A5-87FC-211140FCF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252472"/>
            <a:ext cx="5915977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/>
        </p:txBody>
      </p:sp>
      <p:sp>
        <p:nvSpPr>
          <p:cNvPr id="15" name="타원 14">
            <a:extLst xmlns:a="http://schemas.openxmlformats.org/drawingml/2006/main">
              <a:ext uri="{FF2B5EF4-FFF2-40B4-BE49-F238E27FC236}">
                <a16:creationId xmlns:a16="http://schemas.microsoft.com/office/drawing/2014/main" id="{6158B547-0FA5-4F54-8471-CA3FF32C6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4193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7A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사각형: 둥근 모서리 15">
            <a:extLst xmlns:a="http://schemas.openxmlformats.org/drawingml/2006/main">
              <a:ext uri="{FF2B5EF4-FFF2-40B4-BE49-F238E27FC236}">
                <a16:creationId xmlns:a16="http://schemas.microsoft.com/office/drawing/2014/main" id="{693251F6-C530-4D57-9052-4004CC0E9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419350"/>
            <a:ext cx="285750" cy="285750"/>
          </a:xfrm>
          <a:prstGeom xmlns:a="http://schemas.openxmlformats.org/drawingml/2006/main" prst="roundRect">
            <a:avLst>
              <a:gd name="adj" fmla="val 2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7" name="사각형: 둥근 모서리 16">
            <a:extLst xmlns:a="http://schemas.openxmlformats.org/drawingml/2006/main">
              <a:ext uri="{FF2B5EF4-FFF2-40B4-BE49-F238E27FC236}">
                <a16:creationId xmlns:a16="http://schemas.microsoft.com/office/drawing/2014/main" id="{BF37EFB6-036E-41B7-8689-76AB82685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381250"/>
            <a:ext cx="5105400" cy="323850"/>
          </a:xfrm>
          <a:prstGeom xmlns:a="http://schemas.openxmlformats.org/drawingml/2006/main" prst="roundRect">
            <a:avLst>
              <a:gd name="adj" fmla="val 235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갈망 상태 · 얼굴 측정</a:t>
            </a:r>
          </a:p>
        </p:txBody>
      </p:sp>
      <p:sp>
        <p:nvSpPr>
          <p:cNvPr id="18" name="사각형: 둥근 모서리 17">
            <a:extLst xmlns:a="http://schemas.openxmlformats.org/drawingml/2006/main">
              <a:ext uri="{FF2B5EF4-FFF2-40B4-BE49-F238E27FC236}">
                <a16:creationId xmlns:a16="http://schemas.microsoft.com/office/drawing/2014/main" id="{BA86EB39-26F7-44EF-98C2-F230FC461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743200"/>
            <a:ext cx="5448300" cy="552450"/>
          </a:xfrm>
          <a:prstGeom xmlns:a="http://schemas.openxmlformats.org/drawingml/2006/main" prst="roundRect">
            <a:avLst>
              <a:gd name="adj" fmla="val 1379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정확한 퍼센트 대신 4단계 문구를 표시합니다. 조건 충족 시 갈망 카드에 ‘얼굴로 측정’ 버튼을 함께 둡니다.</a:t>
            </a:r>
          </a:p>
        </p:txBody>
      </p:sp>
      <p:sp>
        <p:nvSpPr>
          <p:cNvPr id="19" name="사각형: 둥근 모서리 18">
            <a:extLst xmlns:a="http://schemas.openxmlformats.org/drawingml/2006/main">
              <a:ext uri="{FF2B5EF4-FFF2-40B4-BE49-F238E27FC236}">
                <a16:creationId xmlns:a16="http://schemas.microsoft.com/office/drawing/2014/main" id="{85AADC70-517D-4175-B7CC-138F54140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543300"/>
            <a:ext cx="57531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/>
        </p:txBody>
      </p:sp>
      <p:sp>
        <p:nvSpPr>
          <p:cNvPr id="20" name="타원 19">
            <a:extLst xmlns:a="http://schemas.openxmlformats.org/drawingml/2006/main">
              <a:ext uri="{FF2B5EF4-FFF2-40B4-BE49-F238E27FC236}">
                <a16:creationId xmlns:a16="http://schemas.microsoft.com/office/drawing/2014/main" id="{F0F0778B-B9B1-4042-9382-D68326BAF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6766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7A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사각형: 둥근 모서리 20">
            <a:extLst xmlns:a="http://schemas.openxmlformats.org/drawingml/2006/main">
              <a:ext uri="{FF2B5EF4-FFF2-40B4-BE49-F238E27FC236}">
                <a16:creationId xmlns:a16="http://schemas.microsoft.com/office/drawing/2014/main" id="{A9BCBD32-B3F6-4148-891A-DDD66FC61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676650"/>
            <a:ext cx="285750" cy="285750"/>
          </a:xfrm>
          <a:prstGeom xmlns:a="http://schemas.openxmlformats.org/drawingml/2006/main" prst="roundRect">
            <a:avLst>
              <a:gd name="adj" fmla="val 2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2" name="사각형: 둥근 모서리 21">
            <a:extLst xmlns:a="http://schemas.openxmlformats.org/drawingml/2006/main">
              <a:ext uri="{FF2B5EF4-FFF2-40B4-BE49-F238E27FC236}">
                <a16:creationId xmlns:a16="http://schemas.microsoft.com/office/drawing/2014/main" id="{DBB4CBA0-B344-40FD-94D3-BCDD5EC44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638550"/>
            <a:ext cx="5105400" cy="323850"/>
          </a:xfrm>
          <a:prstGeom xmlns:a="http://schemas.openxmlformats.org/drawingml/2006/main" prst="roundRect">
            <a:avLst>
              <a:gd name="adj" fmla="val 235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Watch 20초 수집</a:t>
            </a:r>
          </a:p>
        </p:txBody>
      </p:sp>
      <p:sp>
        <p:nvSpPr>
          <p:cNvPr id="23" name="사각형: 둥근 모서리 22">
            <a:extLst xmlns:a="http://schemas.openxmlformats.org/drawingml/2006/main">
              <a:ext uri="{FF2B5EF4-FFF2-40B4-BE49-F238E27FC236}">
                <a16:creationId xmlns:a16="http://schemas.microsoft.com/office/drawing/2014/main" id="{9860FE89-C4BB-4AFD-BD67-B4110EE94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000500"/>
            <a:ext cx="5448300" cy="438150"/>
          </a:xfrm>
          <a:prstGeom xmlns:a="http://schemas.openxmlformats.org/drawingml/2006/main" prst="roundRect">
            <a:avLst>
              <a:gd name="adj" fmla="val 1739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연결 상태와 20초 수집 진행을 표시합니다. 첫 20초 이후에는 최신 20초 창을 10초마다 분석합니다.</a:t>
            </a:r>
          </a:p>
        </p:txBody>
      </p:sp>
    </p:spTree>
    <p:extLst>
      <p:ext uri="{BB962C8B-B14F-4D97-AF65-F5344CB8AC3E}">
        <p14:creationId xmlns:p14="http://schemas.microsoft.com/office/powerpoint/2010/main" val="67287977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37BDCC56-BC50-4F2F-9CF6-9D7DC6DB6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"/>
            <a:ext cx="91440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 sz="2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2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알림 — AUQ 또는 바로 대화</a:t>
            </a:r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3EDB5A8-8F4F-4A94-8C3D-9840CA53B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1792"/>
            <a:ext cx="9144000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A73"/>
          </a:solidFill>
          <a:ln xmlns:a="http://schemas.openxmlformats.org/drawingml/2006/main" w="0">
            <a:solidFill>
              <a:srgbClr val="267A73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627635AC-A52A-4924-A67F-A32A6FD03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1080" y="4846320"/>
            <a:ext cx="3657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  <a:defRPr sz="10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10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6" name="사각형: 둥근 모서리 5">
            <a:extLst xmlns:a="http://schemas.openxmlformats.org/drawingml/2006/main">
              <a:ext uri="{FF2B5EF4-FFF2-40B4-BE49-F238E27FC236}">
                <a16:creationId xmlns:a16="http://schemas.microsoft.com/office/drawing/2014/main" id="{D960C21C-4C66-4EDE-8DBD-ECAF23CF0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990600"/>
            <a:ext cx="14287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2F8F7"/>
          </a:solidFill>
          <a:ln xmlns:a="http://schemas.openxmlformats.org/drawingml/2006/main" w="7620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NT-05 · 갈망 알림</a:t>
            </a:r>
          </a:p>
        </p:txBody>
      </p:sp>
      <p:sp>
        <p:nvSpPr>
          <p:cNvPr id="7" name="사각형: 둥근 모서리 6">
            <a:extLst xmlns:a="http://schemas.openxmlformats.org/drawingml/2006/main">
              <a:ext uri="{FF2B5EF4-FFF2-40B4-BE49-F238E27FC236}">
                <a16:creationId xmlns:a16="http://schemas.microsoft.com/office/drawing/2014/main" id="{AF61FC78-C7B1-42C3-ADE5-83DCA6D60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990600"/>
            <a:ext cx="14287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2F8F7"/>
          </a:solidFill>
          <a:ln xmlns:a="http://schemas.openxmlformats.org/drawingml/2006/main" w="7620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NT-06 · AUQ</a:t>
            </a:r>
          </a:p>
        </p:txBody>
      </p:sp>
      <p:sp>
        <p:nvSpPr>
          <p:cNvPr id="8" name="사각형: 둥근 모서리 7">
            <a:extLst xmlns:a="http://schemas.openxmlformats.org/drawingml/2006/main">
              <a:ext uri="{FF2B5EF4-FFF2-40B4-BE49-F238E27FC236}">
                <a16:creationId xmlns:a16="http://schemas.microsoft.com/office/drawing/2014/main" id="{FE4AEF14-72EB-4128-A361-429ED8480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990600"/>
            <a:ext cx="14287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2F8F7"/>
          </a:solidFill>
          <a:ln xmlns:a="http://schemas.openxmlformats.org/drawingml/2006/main" w="7620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NT-07 · AI 챗봇</a:t>
            </a:r>
          </a:p>
        </p:txBody>
      </p:sp>
      <p:pic>
        <p:nvPicPr>
          <p:cNvPr id="37" name="그림 3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e1adab7508439d"/>
          <a:srcRect xmlns:a="http://schemas.openxmlformats.org/drawingml/2006/main" l="0" t="1" r="0" b="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42900" y="1200150"/>
            <a:ext cx="1428750" cy="3174968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chemeClr val="tx1"/>
            </a:solidFill>
          </a:ln>
        </p:spPr>
      </p:pic>
      <p:pic>
        <p:nvPicPr>
          <p:cNvPr id="38" name="그림 3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ef0164dfc8452f"/>
          <a:srcRect xmlns:a="http://schemas.openxmlformats.org/drawingml/2006/main" l="0" t="1" r="0" b="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38350" y="1200150"/>
            <a:ext cx="1428750" cy="3174968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chemeClr val="tx1"/>
            </a:solidFill>
          </a:ln>
        </p:spPr>
      </p:pic>
      <p:pic>
        <p:nvPicPr>
          <p:cNvPr id="39" name="그림 3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d9fa30e9034802"/>
          <a:srcRect xmlns:a="http://schemas.openxmlformats.org/drawingml/2006/main" l="0" t="1" r="0" b="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733800" y="1200150"/>
            <a:ext cx="1428750" cy="3174968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chemeClr val="tx1"/>
            </a:solidFill>
          </a:ln>
        </p:spPr>
      </p:pic>
      <p:sp>
        <p:nvSpPr>
          <p:cNvPr id="13" name="사각형: 둥근 모서리 12">
            <a:extLst xmlns:a="http://schemas.openxmlformats.org/drawingml/2006/main">
              <a:ext uri="{FF2B5EF4-FFF2-40B4-BE49-F238E27FC236}">
                <a16:creationId xmlns:a16="http://schemas.microsoft.com/office/drawing/2014/main" id="{EF0A7FDB-54A7-4A67-BBB3-6CCA0BCDE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200150"/>
            <a:ext cx="33147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/>
        </p:txBody>
      </p:sp>
      <p:sp>
        <p:nvSpPr>
          <p:cNvPr id="14" name="타원 13">
            <a:extLst xmlns:a="http://schemas.openxmlformats.org/drawingml/2006/main">
              <a:ext uri="{FF2B5EF4-FFF2-40B4-BE49-F238E27FC236}">
                <a16:creationId xmlns:a16="http://schemas.microsoft.com/office/drawing/2014/main" id="{052FC983-F715-4EEF-9F5E-AE6AED9A6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13335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7A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사각형: 둥근 모서리 14">
            <a:extLst xmlns:a="http://schemas.openxmlformats.org/drawingml/2006/main">
              <a:ext uri="{FF2B5EF4-FFF2-40B4-BE49-F238E27FC236}">
                <a16:creationId xmlns:a16="http://schemas.microsoft.com/office/drawing/2014/main" id="{DA57369C-7B38-4C56-9350-83873CBBF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1333500"/>
            <a:ext cx="285750" cy="285750"/>
          </a:xfrm>
          <a:prstGeom xmlns:a="http://schemas.openxmlformats.org/drawingml/2006/main" prst="roundRect">
            <a:avLst>
              <a:gd name="adj" fmla="val 2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6" name="사각형: 둥근 모서리 15">
            <a:extLst xmlns:a="http://schemas.openxmlformats.org/drawingml/2006/main">
              <a:ext uri="{FF2B5EF4-FFF2-40B4-BE49-F238E27FC236}">
                <a16:creationId xmlns:a16="http://schemas.microsoft.com/office/drawing/2014/main" id="{60944AE5-FA55-4454-BA8F-E0FBC89A5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295400"/>
            <a:ext cx="2667000" cy="323850"/>
          </a:xfrm>
          <a:prstGeom xmlns:a="http://schemas.openxmlformats.org/drawingml/2006/main" prst="roundRect">
            <a:avLst>
              <a:gd name="adj" fmla="val 235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NT-05 · 갈망 알림</a:t>
            </a:r>
          </a:p>
        </p:txBody>
      </p:sp>
      <p:sp>
        <p:nvSpPr>
          <p:cNvPr id="17" name="사각형: 둥근 모서리 16">
            <a:extLst xmlns:a="http://schemas.openxmlformats.org/drawingml/2006/main">
              <a:ext uri="{FF2B5EF4-FFF2-40B4-BE49-F238E27FC236}">
                <a16:creationId xmlns:a16="http://schemas.microsoft.com/office/drawing/2014/main" id="{7BDDEC3A-0E2F-4578-922E-52FB1E1E5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1657350"/>
            <a:ext cx="3009900" cy="438150"/>
          </a:xfrm>
          <a:prstGeom xmlns:a="http://schemas.openxmlformats.org/drawingml/2006/main" prst="roundRect">
            <a:avLst>
              <a:gd name="adj" fmla="val 1739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지금</a:t>
            </a:r>
            <a:r>
              <a:rPr sz="105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대화하기와</a:t>
            </a:r>
            <a:r>
              <a:rPr sz="105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나중에를</a:t>
            </a:r>
            <a:r>
              <a:rPr sz="105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 두 </a:t>
            </a:r>
            <a:r>
              <a:rPr sz="105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선택으로</a:t>
            </a:r>
            <a:r>
              <a:rPr sz="105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제공합니다</a:t>
            </a:r>
            <a:r>
              <a:rPr sz="105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18" name="사각형: 둥근 모서리 17">
            <a:extLst xmlns:a="http://schemas.openxmlformats.org/drawingml/2006/main">
              <a:ext uri="{FF2B5EF4-FFF2-40B4-BE49-F238E27FC236}">
                <a16:creationId xmlns:a16="http://schemas.microsoft.com/office/drawing/2014/main" id="{05023C45-3E3E-4BD5-BA16-3EFF6383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324100"/>
            <a:ext cx="33147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/>
        </p:txBody>
      </p:sp>
      <p:sp>
        <p:nvSpPr>
          <p:cNvPr id="19" name="타원 18">
            <a:extLst xmlns:a="http://schemas.openxmlformats.org/drawingml/2006/main">
              <a:ext uri="{FF2B5EF4-FFF2-40B4-BE49-F238E27FC236}">
                <a16:creationId xmlns:a16="http://schemas.microsoft.com/office/drawing/2014/main" id="{D6253928-0022-4B21-8A39-97DC5B37E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4574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7A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사각형: 둥근 모서리 19">
            <a:extLst xmlns:a="http://schemas.openxmlformats.org/drawingml/2006/main">
              <a:ext uri="{FF2B5EF4-FFF2-40B4-BE49-F238E27FC236}">
                <a16:creationId xmlns:a16="http://schemas.microsoft.com/office/drawing/2014/main" id="{A3B8BB9A-F3CE-4269-8868-428D8C117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457450"/>
            <a:ext cx="285750" cy="285750"/>
          </a:xfrm>
          <a:prstGeom xmlns:a="http://schemas.openxmlformats.org/drawingml/2006/main" prst="roundRect">
            <a:avLst>
              <a:gd name="adj" fmla="val 2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21" name="사각형: 둥근 모서리 20">
            <a:extLst xmlns:a="http://schemas.openxmlformats.org/drawingml/2006/main">
              <a:ext uri="{FF2B5EF4-FFF2-40B4-BE49-F238E27FC236}">
                <a16:creationId xmlns:a16="http://schemas.microsoft.com/office/drawing/2014/main" id="{1704EB93-DAB9-45AB-8201-161686896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419350"/>
            <a:ext cx="2667000" cy="323850"/>
          </a:xfrm>
          <a:prstGeom xmlns:a="http://schemas.openxmlformats.org/drawingml/2006/main" prst="roundRect">
            <a:avLst>
              <a:gd name="adj" fmla="val 235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NT-06 · AUQ</a:t>
            </a:r>
          </a:p>
        </p:txBody>
      </p:sp>
      <p:sp>
        <p:nvSpPr>
          <p:cNvPr id="22" name="사각형: 둥근 모서리 21">
            <a:extLst xmlns:a="http://schemas.openxmlformats.org/drawingml/2006/main">
              <a:ext uri="{FF2B5EF4-FFF2-40B4-BE49-F238E27FC236}">
                <a16:creationId xmlns:a16="http://schemas.microsoft.com/office/drawing/2014/main" id="{15E4FB05-B622-4A99-987A-C187A091F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781300"/>
            <a:ext cx="3009900" cy="438150"/>
          </a:xfrm>
          <a:prstGeom xmlns:a="http://schemas.openxmlformats.org/drawingml/2006/main" prst="roundRect">
            <a:avLst>
              <a:gd name="adj" fmla="val 1739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8문항을 문장형 7단계로 답하거나 건너뜁니다. 총점은 8~56으로 기록하고 대화를 막지 않습니다.</a:t>
            </a:r>
          </a:p>
        </p:txBody>
      </p:sp>
      <p:sp>
        <p:nvSpPr>
          <p:cNvPr id="23" name="사각형: 둥근 모서리 22">
            <a:extLst xmlns:a="http://schemas.openxmlformats.org/drawingml/2006/main">
              <a:ext uri="{FF2B5EF4-FFF2-40B4-BE49-F238E27FC236}">
                <a16:creationId xmlns:a16="http://schemas.microsoft.com/office/drawing/2014/main" id="{8A443055-E243-4AE2-A3C4-B9901F52F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448050"/>
            <a:ext cx="33147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/>
        </p:txBody>
      </p:sp>
      <p:sp>
        <p:nvSpPr>
          <p:cNvPr id="24" name="타원 23">
            <a:extLst xmlns:a="http://schemas.openxmlformats.org/drawingml/2006/main">
              <a:ext uri="{FF2B5EF4-FFF2-40B4-BE49-F238E27FC236}">
                <a16:creationId xmlns:a16="http://schemas.microsoft.com/office/drawing/2014/main" id="{5256FEC1-265D-457E-874C-E72FE31D0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5814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7A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사각형: 둥근 모서리 24">
            <a:extLst xmlns:a="http://schemas.openxmlformats.org/drawingml/2006/main">
              <a:ext uri="{FF2B5EF4-FFF2-40B4-BE49-F238E27FC236}">
                <a16:creationId xmlns:a16="http://schemas.microsoft.com/office/drawing/2014/main" id="{0AA87838-B029-4861-9382-81661E919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581400"/>
            <a:ext cx="285750" cy="285750"/>
          </a:xfrm>
          <a:prstGeom xmlns:a="http://schemas.openxmlformats.org/drawingml/2006/main" prst="roundRect">
            <a:avLst>
              <a:gd name="adj" fmla="val 2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6" name="사각형: 둥근 모서리 25">
            <a:extLst xmlns:a="http://schemas.openxmlformats.org/drawingml/2006/main">
              <a:ext uri="{FF2B5EF4-FFF2-40B4-BE49-F238E27FC236}">
                <a16:creationId xmlns:a16="http://schemas.microsoft.com/office/drawing/2014/main" id="{DCBC1334-72D4-4B08-8148-9A1E069E3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43300"/>
            <a:ext cx="2667000" cy="323850"/>
          </a:xfrm>
          <a:prstGeom xmlns:a="http://schemas.openxmlformats.org/drawingml/2006/main" prst="roundRect">
            <a:avLst>
              <a:gd name="adj" fmla="val 235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NT-07 · AI 챗봇</a:t>
            </a:r>
          </a:p>
        </p:txBody>
      </p:sp>
      <p:sp>
        <p:nvSpPr>
          <p:cNvPr id="27" name="사각형: 둥근 모서리 26">
            <a:extLst xmlns:a="http://schemas.openxmlformats.org/drawingml/2006/main">
              <a:ext uri="{FF2B5EF4-FFF2-40B4-BE49-F238E27FC236}">
                <a16:creationId xmlns:a16="http://schemas.microsoft.com/office/drawing/2014/main" id="{21883732-6D3B-4F40-A0C9-26EF31A3B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905250"/>
            <a:ext cx="3009900" cy="438150"/>
          </a:xfrm>
          <a:prstGeom xmlns:a="http://schemas.openxmlformats.org/drawingml/2006/main" prst="roundRect">
            <a:avLst>
              <a:gd name="adj" fmla="val 1739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AUQ 뒤 별도 중재 선택 없이 챗봇을 엽니다. 사용자가 원하는 도움과 상황을 자유롭게 입력합니다.</a:t>
            </a:r>
          </a:p>
        </p:txBody>
      </p:sp>
    </p:spTree>
    <p:extLst>
      <p:ext uri="{BB962C8B-B14F-4D97-AF65-F5344CB8AC3E}">
        <p14:creationId xmlns:p14="http://schemas.microsoft.com/office/powerpoint/2010/main" val="203200005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D30E237-A196-4DE3-859B-D85FDAD79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"/>
            <a:ext cx="91440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 sz="2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2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AI 챗봇 — 텍스트 · STT · TTS</a:t>
            </a:r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FC1F051B-B40B-4A60-912B-6DD822764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1792"/>
            <a:ext cx="9144000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A73"/>
          </a:solidFill>
          <a:ln xmlns:a="http://schemas.openxmlformats.org/drawingml/2006/main" w="0">
            <a:solidFill>
              <a:srgbClr val="267A73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41632342-6214-4507-86C5-56A6FA8E9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1080" y="4846320"/>
            <a:ext cx="3657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  <a:defRPr sz="10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10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6" name="사각형: 둥근 모서리 5">
            <a:extLst xmlns:a="http://schemas.openxmlformats.org/drawingml/2006/main">
              <a:ext uri="{FF2B5EF4-FFF2-40B4-BE49-F238E27FC236}">
                <a16:creationId xmlns:a16="http://schemas.microsoft.com/office/drawing/2014/main" id="{B574571C-46F9-4314-B385-E00C0458D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24128"/>
            <a:ext cx="16192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2F8F7"/>
          </a:solidFill>
          <a:ln xmlns:a="http://schemas.openxmlformats.org/drawingml/2006/main" w="7620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NT-07 · 텍스트·음성 입력</a:t>
            </a:r>
          </a:p>
        </p:txBody>
      </p:sp>
      <p:sp>
        <p:nvSpPr>
          <p:cNvPr id="7" name="사각형: 둥근 모서리 6">
            <a:extLst xmlns:a="http://schemas.openxmlformats.org/drawingml/2006/main">
              <a:ext uri="{FF2B5EF4-FFF2-40B4-BE49-F238E27FC236}">
                <a16:creationId xmlns:a16="http://schemas.microsoft.com/office/drawing/2014/main" id="{22ABAF18-84ED-413E-8167-4E8D85EFB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024128"/>
            <a:ext cx="16192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2F8F7"/>
          </a:solidFill>
          <a:ln xmlns:a="http://schemas.openxmlformats.org/drawingml/2006/main" w="7620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NT-07 · AI 응답·TTS</a:t>
            </a:r>
          </a:p>
        </p:txBody>
      </p:sp>
      <p:pic>
        <p:nvPicPr>
          <p:cNvPr id="33" name="그림 3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6fbc7143214e3c"/>
          <a:srcRect xmlns:a="http://schemas.openxmlformats.org/drawingml/2006/main" l="29" t="0" r="2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233678"/>
            <a:ext cx="1619250" cy="360045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chemeClr val="tx1"/>
            </a:solidFill>
          </a:ln>
        </p:spPr>
      </p:pic>
      <p:pic>
        <p:nvPicPr>
          <p:cNvPr id="34" name="그림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2bfde20c704c5b"/>
          <a:srcRect xmlns:a="http://schemas.openxmlformats.org/drawingml/2006/main" l="29" t="0" r="2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590800" y="1233678"/>
            <a:ext cx="1619250" cy="360045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chemeClr val="tx1"/>
            </a:solidFill>
          </a:ln>
        </p:spPr>
      </p:pic>
      <p:sp>
        <p:nvSpPr>
          <p:cNvPr id="11" name="사각형: 둥근 모서리 10">
            <a:extLst xmlns:a="http://schemas.openxmlformats.org/drawingml/2006/main">
              <a:ext uri="{FF2B5EF4-FFF2-40B4-BE49-F238E27FC236}">
                <a16:creationId xmlns:a16="http://schemas.microsoft.com/office/drawing/2014/main" id="{BB4A04A9-4EFA-40A2-AD42-4FF0AEFDD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200150"/>
            <a:ext cx="413385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/>
        </p:txBody>
      </p:sp>
      <p:sp>
        <p:nvSpPr>
          <p:cNvPr id="12" name="타원 11">
            <a:extLst xmlns:a="http://schemas.openxmlformats.org/drawingml/2006/main">
              <a:ext uri="{FF2B5EF4-FFF2-40B4-BE49-F238E27FC236}">
                <a16:creationId xmlns:a16="http://schemas.microsoft.com/office/drawing/2014/main" id="{BE8FFBB8-8FED-4FD3-B8A1-5FFDCD2BF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3335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7A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사각형: 둥근 모서리 12">
            <a:extLst xmlns:a="http://schemas.openxmlformats.org/drawingml/2006/main">
              <a:ext uri="{FF2B5EF4-FFF2-40B4-BE49-F238E27FC236}">
                <a16:creationId xmlns:a16="http://schemas.microsoft.com/office/drawing/2014/main" id="{7BE6233A-3291-4546-8F0C-277861A78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333500"/>
            <a:ext cx="285750" cy="285750"/>
          </a:xfrm>
          <a:prstGeom xmlns:a="http://schemas.openxmlformats.org/drawingml/2006/main" prst="roundRect">
            <a:avLst>
              <a:gd name="adj" fmla="val 2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4" name="사각형: 둥근 모서리 13">
            <a:extLst xmlns:a="http://schemas.openxmlformats.org/drawingml/2006/main">
              <a:ext uri="{FF2B5EF4-FFF2-40B4-BE49-F238E27FC236}">
                <a16:creationId xmlns:a16="http://schemas.microsoft.com/office/drawing/2014/main" id="{65B23F76-9331-4F0E-B642-71FBEA8E8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295400"/>
            <a:ext cx="3486150" cy="323850"/>
          </a:xfrm>
          <a:prstGeom xmlns:a="http://schemas.openxmlformats.org/drawingml/2006/main" prst="roundRect">
            <a:avLst>
              <a:gd name="adj" fmla="val 235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사용자 주도 자유대화</a:t>
            </a:r>
          </a:p>
        </p:txBody>
      </p:sp>
      <p:sp>
        <p:nvSpPr>
          <p:cNvPr id="15" name="사각형: 둥근 모서리 14">
            <a:extLst xmlns:a="http://schemas.openxmlformats.org/drawingml/2006/main">
              <a:ext uri="{FF2B5EF4-FFF2-40B4-BE49-F238E27FC236}">
                <a16:creationId xmlns:a16="http://schemas.microsoft.com/office/drawing/2014/main" id="{FFCDED26-3187-4F9A-BF66-FE929C32E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657350"/>
            <a:ext cx="3829050" cy="4572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AI는 공감과 반영을 우선하고 필요할 때만 질문 하나를 사용합니다. 이미 답했거나 거부한 내용을 반복하지 않습니다.</a:t>
            </a:r>
          </a:p>
        </p:txBody>
      </p:sp>
      <p:sp>
        <p:nvSpPr>
          <p:cNvPr id="16" name="사각형: 둥근 모서리 15">
            <a:extLst xmlns:a="http://schemas.openxmlformats.org/drawingml/2006/main">
              <a:ext uri="{FF2B5EF4-FFF2-40B4-BE49-F238E27FC236}">
                <a16:creationId xmlns:a16="http://schemas.microsoft.com/office/drawing/2014/main" id="{F429ECD8-B5BB-4DE2-A777-A31BC3680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362200"/>
            <a:ext cx="41338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11430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/>
        </p:txBody>
      </p:sp>
      <p:sp>
        <p:nvSpPr>
          <p:cNvPr id="17" name="타원 16">
            <a:extLst xmlns:a="http://schemas.openxmlformats.org/drawingml/2006/main">
              <a:ext uri="{FF2B5EF4-FFF2-40B4-BE49-F238E27FC236}">
                <a16:creationId xmlns:a16="http://schemas.microsoft.com/office/drawing/2014/main" id="{AD25AD50-1112-44C6-A1AE-701CAFD01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4955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5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사각형: 둥근 모서리 17">
            <a:extLst xmlns:a="http://schemas.openxmlformats.org/drawingml/2006/main">
              <a:ext uri="{FF2B5EF4-FFF2-40B4-BE49-F238E27FC236}">
                <a16:creationId xmlns:a16="http://schemas.microsoft.com/office/drawing/2014/main" id="{08CA2F00-B819-48CF-824B-2383C6FF5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495550"/>
            <a:ext cx="285750" cy="285750"/>
          </a:xfrm>
          <a:prstGeom xmlns:a="http://schemas.openxmlformats.org/drawingml/2006/main" prst="roundRect">
            <a:avLst>
              <a:gd name="adj" fmla="val 2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9" name="사각형: 둥근 모서리 18">
            <a:extLst xmlns:a="http://schemas.openxmlformats.org/drawingml/2006/main">
              <a:ext uri="{FF2B5EF4-FFF2-40B4-BE49-F238E27FC236}">
                <a16:creationId xmlns:a16="http://schemas.microsoft.com/office/drawing/2014/main" id="{EAFC4D98-9064-4575-9485-0D10CB893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457450"/>
            <a:ext cx="3486150" cy="323850"/>
          </a:xfrm>
          <a:prstGeom xmlns:a="http://schemas.openxmlformats.org/drawingml/2006/main" prst="roundRect">
            <a:avLst>
              <a:gd name="adj" fmla="val 235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8A5A0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8A5A00"/>
                </a:solidFill>
                <a:latin typeface="Malgun Gothic"/>
                <a:ea typeface="Malgun Gothic"/>
                <a:cs typeface="Malgun Gothic"/>
              </a:rPr>
              <a:t>음성 입력 · 편집 후 전송</a:t>
            </a:r>
          </a:p>
        </p:txBody>
      </p:sp>
      <p:sp>
        <p:nvSpPr>
          <p:cNvPr id="20" name="사각형: 둥근 모서리 19">
            <a:extLst xmlns:a="http://schemas.openxmlformats.org/drawingml/2006/main">
              <a:ext uri="{FF2B5EF4-FFF2-40B4-BE49-F238E27FC236}">
                <a16:creationId xmlns:a16="http://schemas.microsoft.com/office/drawing/2014/main" id="{AA39FB75-B1C0-4709-B635-980F69328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819400"/>
            <a:ext cx="3829050" cy="514350"/>
          </a:xfrm>
          <a:prstGeom xmlns:a="http://schemas.openxmlformats.org/drawingml/2006/main" prst="roundRect">
            <a:avLst>
              <a:gd name="adj" fmla="val 14815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8A5A0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8A5A00"/>
                </a:solidFill>
                <a:latin typeface="Malgun Gothic"/>
                <a:ea typeface="Malgun Gothic"/>
                <a:cs typeface="Malgun Gothic"/>
              </a:rPr>
              <a:t>마이크로 녹음하면 STT 문장을 입력창에 채웁니다. 사용자가 수정한 뒤 전송하며 자동 전송하지 않습니다.</a:t>
            </a:r>
          </a:p>
        </p:txBody>
      </p:sp>
      <p:sp>
        <p:nvSpPr>
          <p:cNvPr id="21" name="사각형: 둥근 모서리 20">
            <a:extLst xmlns:a="http://schemas.openxmlformats.org/drawingml/2006/main">
              <a:ext uri="{FF2B5EF4-FFF2-40B4-BE49-F238E27FC236}">
                <a16:creationId xmlns:a16="http://schemas.microsoft.com/office/drawing/2014/main" id="{4E64739B-576A-43BB-A5CB-C96C11E5F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581400"/>
            <a:ext cx="41338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/>
        </p:txBody>
      </p:sp>
      <p:sp>
        <p:nvSpPr>
          <p:cNvPr id="22" name="타원 21">
            <a:extLst xmlns:a="http://schemas.openxmlformats.org/drawingml/2006/main">
              <a:ext uri="{FF2B5EF4-FFF2-40B4-BE49-F238E27FC236}">
                <a16:creationId xmlns:a16="http://schemas.microsoft.com/office/drawing/2014/main" id="{EA6DFA7A-4A14-4F55-84E7-0AB446173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7147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7A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사각형: 둥근 모서리 22">
            <a:extLst xmlns:a="http://schemas.openxmlformats.org/drawingml/2006/main">
              <a:ext uri="{FF2B5EF4-FFF2-40B4-BE49-F238E27FC236}">
                <a16:creationId xmlns:a16="http://schemas.microsoft.com/office/drawing/2014/main" id="{33ADEC42-CEE5-49BA-B29C-6A1CE8157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714750"/>
            <a:ext cx="285750" cy="285750"/>
          </a:xfrm>
          <a:prstGeom xmlns:a="http://schemas.openxmlformats.org/drawingml/2006/main" prst="roundRect">
            <a:avLst>
              <a:gd name="adj" fmla="val 2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4" name="사각형: 둥근 모서리 23">
            <a:extLst xmlns:a="http://schemas.openxmlformats.org/drawingml/2006/main">
              <a:ext uri="{FF2B5EF4-FFF2-40B4-BE49-F238E27FC236}">
                <a16:creationId xmlns:a16="http://schemas.microsoft.com/office/drawing/2014/main" id="{9A1B8C57-7345-42DF-A6E0-E7F1EFB7C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676650"/>
            <a:ext cx="3486150" cy="323850"/>
          </a:xfrm>
          <a:prstGeom xmlns:a="http://schemas.openxmlformats.org/drawingml/2006/main" prst="roundRect">
            <a:avLst>
              <a:gd name="adj" fmla="val 235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듣기 · 재시도 · 종료</a:t>
            </a:r>
          </a:p>
        </p:txBody>
      </p:sp>
      <p:sp>
        <p:nvSpPr>
          <p:cNvPr id="25" name="사각형: 둥근 모서리 24">
            <a:extLst xmlns:a="http://schemas.openxmlformats.org/drawingml/2006/main">
              <a:ext uri="{FF2B5EF4-FFF2-40B4-BE49-F238E27FC236}">
                <a16:creationId xmlns:a16="http://schemas.microsoft.com/office/drawing/2014/main" id="{5C607AF0-5C57-49F3-B484-B308FF23E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038600"/>
            <a:ext cx="3829050" cy="438150"/>
          </a:xfrm>
          <a:prstGeom xmlns:a="http://schemas.openxmlformats.org/drawingml/2006/main" prst="roundRect">
            <a:avLst>
              <a:gd name="adj" fmla="val 1739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AI 텍스트는 항상 표시하고 TTS 듣기·정지를 제공합니다. 실패 응답 재시도와 수동·1시간 미활동 종료를 지원합니다.</a:t>
            </a:r>
          </a:p>
        </p:txBody>
      </p:sp>
    </p:spTree>
    <p:extLst>
      <p:ext uri="{BB962C8B-B14F-4D97-AF65-F5344CB8AC3E}">
        <p14:creationId xmlns:p14="http://schemas.microsoft.com/office/powerpoint/2010/main" val="103529738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38673E2-D046-4E56-988A-82047F9E4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"/>
            <a:ext cx="91440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 sz="2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2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대시보드 — 갈망 단계 · 이벤트 · AUQ</a:t>
            </a:r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6040A6F7-E9B4-443E-A585-DC8667FBA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1792"/>
            <a:ext cx="9144000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A73"/>
          </a:solidFill>
          <a:ln xmlns:a="http://schemas.openxmlformats.org/drawingml/2006/main" w="0">
            <a:solidFill>
              <a:srgbClr val="267A73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81C351BC-EC17-4D3F-BEEC-12ECE8642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1080" y="4846320"/>
            <a:ext cx="3657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  <a:defRPr sz="10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10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6" name="사각형: 둥근 모서리 5">
            <a:extLst xmlns:a="http://schemas.openxmlformats.org/drawingml/2006/main">
              <a:ext uri="{FF2B5EF4-FFF2-40B4-BE49-F238E27FC236}">
                <a16:creationId xmlns:a16="http://schemas.microsoft.com/office/drawing/2014/main" id="{F8841304-95C8-437D-AF2B-AC1D13332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52500"/>
            <a:ext cx="15621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2F8F7"/>
          </a:solidFill>
          <a:ln xmlns:a="http://schemas.openxmlformats.org/drawingml/2006/main" w="7620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NT-08 · 대시보드 · 상단</a:t>
            </a:r>
          </a:p>
        </p:txBody>
      </p:sp>
      <p:sp>
        <p:nvSpPr>
          <p:cNvPr id="7" name="사각형: 둥근 모서리 6">
            <a:extLst xmlns:a="http://schemas.openxmlformats.org/drawingml/2006/main">
              <a:ext uri="{FF2B5EF4-FFF2-40B4-BE49-F238E27FC236}">
                <a16:creationId xmlns:a16="http://schemas.microsoft.com/office/drawing/2014/main" id="{6A993AD9-03AF-4B8A-B459-96D602F93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952500"/>
            <a:ext cx="15621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2F8F7"/>
          </a:solidFill>
          <a:ln xmlns:a="http://schemas.openxmlformats.org/drawingml/2006/main" w="7620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NT-08 · 대시보드 · 아래</a:t>
            </a:r>
          </a:p>
        </p:txBody>
      </p:sp>
      <p:pic>
        <p:nvPicPr>
          <p:cNvPr id="34" name="그림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a8d5678055451f"/>
          <a:srcRect xmlns:a="http://schemas.openxmlformats.org/drawingml/2006/main" l="0" t="1" r="0" b="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0050" y="1162050"/>
            <a:ext cx="1562100" cy="3471291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chemeClr val="tx1"/>
            </a:solidFill>
          </a:ln>
        </p:spPr>
      </p:pic>
      <p:pic>
        <p:nvPicPr>
          <p:cNvPr id="35" name="그림 3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1b50ea7a454336"/>
          <a:srcRect xmlns:a="http://schemas.openxmlformats.org/drawingml/2006/main" l="0" t="1" r="0" b="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190750" y="1162050"/>
            <a:ext cx="1562100" cy="3471291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chemeClr val="tx1"/>
            </a:solidFill>
          </a:ln>
        </p:spPr>
      </p:pic>
      <p:sp>
        <p:nvSpPr>
          <p:cNvPr id="11" name="사각형: 둥근 모서리 10">
            <a:extLst xmlns:a="http://schemas.openxmlformats.org/drawingml/2006/main">
              <a:ext uri="{FF2B5EF4-FFF2-40B4-BE49-F238E27FC236}">
                <a16:creationId xmlns:a16="http://schemas.microsoft.com/office/drawing/2014/main" id="{15240B4C-73E4-4A05-A2EB-406BDA2A0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648200"/>
            <a:ext cx="1562100" cy="2286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같은 스크롤 · 아래 구간</a:t>
            </a:r>
          </a:p>
        </p:txBody>
      </p:sp>
      <p:sp>
        <p:nvSpPr>
          <p:cNvPr id="12" name="사각형: 둥근 모서리 11">
            <a:extLst xmlns:a="http://schemas.openxmlformats.org/drawingml/2006/main">
              <a:ext uri="{FF2B5EF4-FFF2-40B4-BE49-F238E27FC236}">
                <a16:creationId xmlns:a16="http://schemas.microsoft.com/office/drawing/2014/main" id="{2348D10B-8422-4016-957E-7D4BBA43B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162050"/>
            <a:ext cx="47244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/>
        </p:txBody>
      </p:sp>
      <p:sp>
        <p:nvSpPr>
          <p:cNvPr id="13" name="타원 12">
            <a:extLst xmlns:a="http://schemas.openxmlformats.org/drawingml/2006/main">
              <a:ext uri="{FF2B5EF4-FFF2-40B4-BE49-F238E27FC236}">
                <a16:creationId xmlns:a16="http://schemas.microsoft.com/office/drawing/2014/main" id="{AF1FFD8A-693A-425D-A1A3-400ED4737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2954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7A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사각형: 둥근 모서리 13">
            <a:extLst xmlns:a="http://schemas.openxmlformats.org/drawingml/2006/main">
              <a:ext uri="{FF2B5EF4-FFF2-40B4-BE49-F238E27FC236}">
                <a16:creationId xmlns:a16="http://schemas.microsoft.com/office/drawing/2014/main" id="{66F4491C-AD63-473D-AB3B-AD5ADDFC9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295400"/>
            <a:ext cx="285750" cy="285750"/>
          </a:xfrm>
          <a:prstGeom xmlns:a="http://schemas.openxmlformats.org/drawingml/2006/main" prst="roundRect">
            <a:avLst>
              <a:gd name="adj" fmla="val 2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5" name="사각형: 둥근 모서리 14">
            <a:extLst xmlns:a="http://schemas.openxmlformats.org/drawingml/2006/main">
              <a:ext uri="{FF2B5EF4-FFF2-40B4-BE49-F238E27FC236}">
                <a16:creationId xmlns:a16="http://schemas.microsoft.com/office/drawing/2014/main" id="{851B0349-D070-4BD2-B2BF-1AD5A9A69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257300"/>
            <a:ext cx="4076700" cy="323850"/>
          </a:xfrm>
          <a:prstGeom xmlns:a="http://schemas.openxmlformats.org/drawingml/2006/main" prst="roundRect">
            <a:avLst>
              <a:gd name="adj" fmla="val 235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갈망 단계 중첩 막대</a:t>
            </a:r>
          </a:p>
        </p:txBody>
      </p:sp>
      <p:sp>
        <p:nvSpPr>
          <p:cNvPr id="16" name="사각형: 둥근 모서리 15">
            <a:extLst xmlns:a="http://schemas.openxmlformats.org/drawingml/2006/main">
              <a:ext uri="{FF2B5EF4-FFF2-40B4-BE49-F238E27FC236}">
                <a16:creationId xmlns:a16="http://schemas.microsoft.com/office/drawing/2014/main" id="{8E4095DF-177D-409B-8D44-B06AAAB13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619250"/>
            <a:ext cx="4419600" cy="342900"/>
          </a:xfrm>
          <a:prstGeom xmlns:a="http://schemas.openxmlformats.org/drawingml/2006/main" prst="roundRect">
            <a:avLst>
              <a:gd name="adj" fmla="val 2222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시간별 한 막대에 낮음·관찰·주의·높음 표본 비율을 중첩합니다. 선택하면 단계 비율과 표본 수를 보여 줍니다.</a:t>
            </a:r>
          </a:p>
        </p:txBody>
      </p:sp>
      <p:sp>
        <p:nvSpPr>
          <p:cNvPr id="17" name="사각형: 둥근 모서리 16">
            <a:extLst xmlns:a="http://schemas.openxmlformats.org/drawingml/2006/main">
              <a:ext uri="{FF2B5EF4-FFF2-40B4-BE49-F238E27FC236}">
                <a16:creationId xmlns:a16="http://schemas.microsoft.com/office/drawing/2014/main" id="{35E6A0EE-0BBE-4D92-8F72-EEAF4991B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190750"/>
            <a:ext cx="47244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/>
        </p:txBody>
      </p:sp>
      <p:sp>
        <p:nvSpPr>
          <p:cNvPr id="18" name="타원 17">
            <a:extLst xmlns:a="http://schemas.openxmlformats.org/drawingml/2006/main">
              <a:ext uri="{FF2B5EF4-FFF2-40B4-BE49-F238E27FC236}">
                <a16:creationId xmlns:a16="http://schemas.microsoft.com/office/drawing/2014/main" id="{CD194A8D-59C3-48D5-8EA1-44A98134F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3241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7A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사각형: 둥근 모서리 18">
            <a:extLst xmlns:a="http://schemas.openxmlformats.org/drawingml/2006/main">
              <a:ext uri="{FF2B5EF4-FFF2-40B4-BE49-F238E27FC236}">
                <a16:creationId xmlns:a16="http://schemas.microsoft.com/office/drawing/2014/main" id="{0D279F1F-DC5D-43D7-AF06-9B1049D86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324100"/>
            <a:ext cx="285750" cy="285750"/>
          </a:xfrm>
          <a:prstGeom xmlns:a="http://schemas.openxmlformats.org/drawingml/2006/main" prst="roundRect">
            <a:avLst>
              <a:gd name="adj" fmla="val 2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20" name="사각형: 둥근 모서리 19">
            <a:extLst xmlns:a="http://schemas.openxmlformats.org/drawingml/2006/main">
              <a:ext uri="{FF2B5EF4-FFF2-40B4-BE49-F238E27FC236}">
                <a16:creationId xmlns:a16="http://schemas.microsoft.com/office/drawing/2014/main" id="{99CA1A56-0C2D-4DE7-AC36-CFDB5EB62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286000"/>
            <a:ext cx="4076700" cy="323850"/>
          </a:xfrm>
          <a:prstGeom xmlns:a="http://schemas.openxmlformats.org/drawingml/2006/main" prst="roundRect">
            <a:avLst>
              <a:gd name="adj" fmla="val 235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갈망 이벤트</a:t>
            </a:r>
          </a:p>
        </p:txBody>
      </p:sp>
      <p:sp>
        <p:nvSpPr>
          <p:cNvPr id="21" name="사각형: 둥근 모서리 20">
            <a:extLst xmlns:a="http://schemas.openxmlformats.org/drawingml/2006/main">
              <a:ext uri="{FF2B5EF4-FFF2-40B4-BE49-F238E27FC236}">
                <a16:creationId xmlns:a16="http://schemas.microsoft.com/office/drawing/2014/main" id="{7304B89F-B348-4D2A-8D37-443AC9174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647950"/>
            <a:ext cx="4419600" cy="476250"/>
          </a:xfrm>
          <a:prstGeom xmlns:a="http://schemas.openxmlformats.org/drawingml/2006/main" prst="roundRect">
            <a:avLst>
              <a:gd name="adj" fmla="val 16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알림이 생성된 횟수를 일별 막대로 표시합니다. 데이터 없음과 예측은 있었지만 이벤트 0건인 날을 구분합니다.</a:t>
            </a:r>
          </a:p>
        </p:txBody>
      </p:sp>
      <p:sp>
        <p:nvSpPr>
          <p:cNvPr id="22" name="사각형: 둥근 모서리 21">
            <a:extLst xmlns:a="http://schemas.openxmlformats.org/drawingml/2006/main">
              <a:ext uri="{FF2B5EF4-FFF2-40B4-BE49-F238E27FC236}">
                <a16:creationId xmlns:a16="http://schemas.microsoft.com/office/drawing/2014/main" id="{2F5BFBAD-718C-4770-974D-BD463EEDA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352800"/>
            <a:ext cx="47244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/>
        </p:txBody>
      </p:sp>
      <p:sp>
        <p:nvSpPr>
          <p:cNvPr id="23" name="타원 22">
            <a:extLst xmlns:a="http://schemas.openxmlformats.org/drawingml/2006/main">
              <a:ext uri="{FF2B5EF4-FFF2-40B4-BE49-F238E27FC236}">
                <a16:creationId xmlns:a16="http://schemas.microsoft.com/office/drawing/2014/main" id="{CBBE608E-ED7A-4AE7-9EBB-DC84A0A60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4861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7A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사각형: 둥근 모서리 23">
            <a:extLst xmlns:a="http://schemas.openxmlformats.org/drawingml/2006/main">
              <a:ext uri="{FF2B5EF4-FFF2-40B4-BE49-F238E27FC236}">
                <a16:creationId xmlns:a16="http://schemas.microsoft.com/office/drawing/2014/main" id="{9ED4F823-7EED-476B-9DE7-7FA165A40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486150"/>
            <a:ext cx="285750" cy="285750"/>
          </a:xfrm>
          <a:prstGeom xmlns:a="http://schemas.openxmlformats.org/drawingml/2006/main" prst="roundRect">
            <a:avLst>
              <a:gd name="adj" fmla="val 2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5" name="사각형: 둥근 모서리 24">
            <a:extLst xmlns:a="http://schemas.openxmlformats.org/drawingml/2006/main">
              <a:ext uri="{FF2B5EF4-FFF2-40B4-BE49-F238E27FC236}">
                <a16:creationId xmlns:a16="http://schemas.microsoft.com/office/drawing/2014/main" id="{4DAA3FE8-00DB-4BA6-989A-5404EA22D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448050"/>
            <a:ext cx="4076700" cy="323850"/>
          </a:xfrm>
          <a:prstGeom xmlns:a="http://schemas.openxmlformats.org/drawingml/2006/main" prst="roundRect">
            <a:avLst>
              <a:gd name="adj" fmla="val 235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AUQ 기록</a:t>
            </a:r>
          </a:p>
        </p:txBody>
      </p:sp>
      <p:sp>
        <p:nvSpPr>
          <p:cNvPr id="26" name="사각형: 둥근 모서리 25">
            <a:extLst xmlns:a="http://schemas.openxmlformats.org/drawingml/2006/main">
              <a:ext uri="{FF2B5EF4-FFF2-40B4-BE49-F238E27FC236}">
                <a16:creationId xmlns:a16="http://schemas.microsoft.com/office/drawing/2014/main" id="{A2647D7A-60CA-4A1F-8A5C-40EFD6239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810000"/>
            <a:ext cx="4419600" cy="514350"/>
          </a:xfrm>
          <a:prstGeom xmlns:a="http://schemas.openxmlformats.org/drawingml/2006/main" prst="roundRect">
            <a:avLst>
              <a:gd name="adj" fmla="val 14815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AUQ는 총점 X/56과 응답 횟수로 표시합니다. 선택한 시간·날짜의 평균과 응답 수를 상세로 보여 줍니다.</a:t>
            </a:r>
          </a:p>
        </p:txBody>
      </p:sp>
    </p:spTree>
    <p:extLst>
      <p:ext uri="{BB962C8B-B14F-4D97-AF65-F5344CB8AC3E}">
        <p14:creationId xmlns:p14="http://schemas.microsoft.com/office/powerpoint/2010/main" val="194305342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CEBAA82-50A1-47E7-BD5C-3AF29452A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"/>
            <a:ext cx="91440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 sz="2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2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파이프라인 1 — 시작·홈·측정</a:t>
            </a:r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1CD52AFA-0EFB-4043-8415-D8DB8108F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1792"/>
            <a:ext cx="9144000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A73"/>
          </a:solidFill>
          <a:ln xmlns:a="http://schemas.openxmlformats.org/drawingml/2006/main" w="0">
            <a:solidFill>
              <a:srgbClr val="267A73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F0A005E4-FE64-4250-B46D-6318A5D99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1080" y="4846320"/>
            <a:ext cx="3657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  <a:defRPr sz="10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10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6" name="사각형: 둥근 모서리 5">
            <a:extLst xmlns:a="http://schemas.openxmlformats.org/drawingml/2006/main">
              <a:ext uri="{FF2B5EF4-FFF2-40B4-BE49-F238E27FC236}">
                <a16:creationId xmlns:a16="http://schemas.microsoft.com/office/drawing/2014/main" id="{1520D69A-C3B2-40BF-A66E-1135E828C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009650"/>
            <a:ext cx="12192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2F8F7"/>
          </a:solidFill>
          <a:ln xmlns:a="http://schemas.openxmlformats.org/drawingml/2006/main" w="7620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NT-01 · 제품 안내</a:t>
            </a:r>
          </a:p>
        </p:txBody>
      </p:sp>
      <p:sp>
        <p:nvSpPr>
          <p:cNvPr id="7" name="사각형: 둥근 모서리 6">
            <a:extLst xmlns:a="http://schemas.openxmlformats.org/drawingml/2006/main">
              <a:ext uri="{FF2B5EF4-FFF2-40B4-BE49-F238E27FC236}">
                <a16:creationId xmlns:a16="http://schemas.microsoft.com/office/drawing/2014/main" id="{DB5FCF6B-1E34-4EF9-A39C-283359599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009650"/>
            <a:ext cx="12192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2F8F7"/>
          </a:solidFill>
          <a:ln xmlns:a="http://schemas.openxmlformats.org/drawingml/2006/main" w="7620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NT-02 · </a:t>
            </a:r>
            <a:r>
              <a: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가입</a:t>
            </a:r>
            <a:r>
              <a: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 · </a:t>
            </a:r>
            <a:r>
              <a: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로그인</a:t>
            </a:r>
          </a:p>
        </p:txBody>
      </p:sp>
      <p:sp>
        <p:nvSpPr>
          <p:cNvPr id="8" name="사각형: 둥근 모서리 7">
            <a:extLst xmlns:a="http://schemas.openxmlformats.org/drawingml/2006/main">
              <a:ext uri="{FF2B5EF4-FFF2-40B4-BE49-F238E27FC236}">
                <a16:creationId xmlns:a16="http://schemas.microsoft.com/office/drawing/2014/main" id="{E6EB1116-178C-4DD9-BBE3-DCAB3C3A8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009650"/>
            <a:ext cx="12192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2F8F7"/>
          </a:solidFill>
          <a:ln xmlns:a="http://schemas.openxmlformats.org/drawingml/2006/main" w="7620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NT-03 · </a:t>
            </a:r>
            <a:r>
              <a: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동의</a:t>
            </a:r>
            <a:r>
              <a: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 · </a:t>
            </a:r>
            <a:r>
              <a: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권한</a:t>
            </a:r>
          </a:p>
        </p:txBody>
      </p:sp>
      <p:pic>
        <p:nvPicPr>
          <p:cNvPr id="63" name="그림 6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b8b6f3460f469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0050" y="1238250"/>
            <a:ext cx="1162050" cy="2582323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chemeClr val="tx1"/>
            </a:solidFill>
          </a:ln>
        </p:spPr>
      </p:pic>
      <p:pic>
        <p:nvPicPr>
          <p:cNvPr id="64" name="그림 6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fb9ade08d4448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657350" y="1238250"/>
            <a:ext cx="1162050" cy="2582323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chemeClr val="tx1"/>
            </a:solidFill>
          </a:ln>
        </p:spPr>
      </p:pic>
      <p:pic>
        <p:nvPicPr>
          <p:cNvPr id="65" name="그림 6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a5f15baea443c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914650" y="1238250"/>
            <a:ext cx="1162050" cy="2582323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chemeClr val="tx1"/>
            </a:solidFill>
          </a:ln>
        </p:spPr>
      </p:pic>
      <p:sp>
        <p:nvSpPr>
          <p:cNvPr id="13" name="사각형: 둥근 모서리 12">
            <a:extLst xmlns:a="http://schemas.openxmlformats.org/drawingml/2006/main">
              <a:ext uri="{FF2B5EF4-FFF2-40B4-BE49-F238E27FC236}">
                <a16:creationId xmlns:a16="http://schemas.microsoft.com/office/drawing/2014/main" id="{704D1B42-59B7-4851-815D-97DE6DA8C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62400"/>
            <a:ext cx="3676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4F2"/>
          </a:solidFill>
          <a:ln xmlns:a="http://schemas.openxmlformats.org/drawingml/2006/main" w="19050">
            <a:solidFill>
              <a:srgbClr val="267A73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/>
        </p:txBody>
      </p:sp>
      <p:sp>
        <p:nvSpPr>
          <p:cNvPr id="14" name="사각형: 둥근 모서리 13">
            <a:extLst xmlns:a="http://schemas.openxmlformats.org/drawingml/2006/main">
              <a:ext uri="{FF2B5EF4-FFF2-40B4-BE49-F238E27FC236}">
                <a16:creationId xmlns:a16="http://schemas.microsoft.com/office/drawing/2014/main" id="{966A88C7-1910-4D0F-9A9E-241DA5018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029075"/>
            <a:ext cx="3524250" cy="247650"/>
          </a:xfrm>
          <a:prstGeom xmlns:a="http://schemas.openxmlformats.org/drawingml/2006/main" prst="roundRect">
            <a:avLst>
              <a:gd name="adj" fmla="val 3076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NT-04 · 홈과 측정</a:t>
            </a:r>
          </a:p>
        </p:txBody>
      </p:sp>
      <p:sp>
        <p:nvSpPr>
          <p:cNvPr id="15" name="사각형: 둥근 모서리 14">
            <a:extLst xmlns:a="http://schemas.openxmlformats.org/drawingml/2006/main">
              <a:ext uri="{FF2B5EF4-FFF2-40B4-BE49-F238E27FC236}">
                <a16:creationId xmlns:a16="http://schemas.microsoft.com/office/drawing/2014/main" id="{48269154-2842-4FBC-9A45-53CCC43B7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286250"/>
            <a:ext cx="3524250" cy="171450"/>
          </a:xfrm>
          <a:prstGeom xmlns:a="http://schemas.openxmlformats.org/drawingml/2006/main" prst="roundRect">
            <a:avLst>
              <a:gd name="adj" fmla="val 4444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설정 → NT-09 · 탭 → NT-08/NT-07 · 얼굴 측정 → NT-04R</a:t>
            </a:r>
          </a:p>
        </p:txBody>
      </p:sp>
      <p:sp>
        <p:nvSpPr>
          <p:cNvPr id="16" name="사각형: 둥근 모서리 15">
            <a:extLst xmlns:a="http://schemas.openxmlformats.org/drawingml/2006/main">
              <a:ext uri="{FF2B5EF4-FFF2-40B4-BE49-F238E27FC236}">
                <a16:creationId xmlns:a16="http://schemas.microsoft.com/office/drawing/2014/main" id="{2A9AF464-1B6E-47F0-AC87-64220763C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009650"/>
            <a:ext cx="1066800" cy="171450"/>
          </a:xfrm>
          <a:prstGeom xmlns:a="http://schemas.openxmlformats.org/drawingml/2006/main" prst="roundRect">
            <a:avLst>
              <a:gd name="adj" fmla="val 4444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누르는 항목</a:t>
            </a:r>
          </a:p>
        </p:txBody>
      </p:sp>
      <p:sp>
        <p:nvSpPr>
          <p:cNvPr id="17" name="사각형: 둥근 모서리 16">
            <a:extLst xmlns:a="http://schemas.openxmlformats.org/drawingml/2006/main">
              <a:ext uri="{FF2B5EF4-FFF2-40B4-BE49-F238E27FC236}">
                <a16:creationId xmlns:a16="http://schemas.microsoft.com/office/drawing/2014/main" id="{33A82640-EB3A-404A-A62B-CD29E9142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009650"/>
            <a:ext cx="1466850" cy="171450"/>
          </a:xfrm>
          <a:prstGeom xmlns:a="http://schemas.openxmlformats.org/drawingml/2006/main" prst="roundRect">
            <a:avLst>
              <a:gd name="adj" fmla="val 4444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앱 반응</a:t>
            </a:r>
          </a:p>
        </p:txBody>
      </p:sp>
      <p:sp>
        <p:nvSpPr>
          <p:cNvPr id="18" name="사각형: 둥근 모서리 17">
            <a:extLst xmlns:a="http://schemas.openxmlformats.org/drawingml/2006/main">
              <a:ext uri="{FF2B5EF4-FFF2-40B4-BE49-F238E27FC236}">
                <a16:creationId xmlns:a16="http://schemas.microsoft.com/office/drawing/2014/main" id="{3D5FBFA8-193C-4246-8B8C-729999658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009650"/>
            <a:ext cx="1047750" cy="171450"/>
          </a:xfrm>
          <a:prstGeom xmlns:a="http://schemas.openxmlformats.org/drawingml/2006/main" prst="roundRect">
            <a:avLst>
              <a:gd name="adj" fmla="val 4444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이동·유지 화면</a:t>
            </a:r>
          </a:p>
        </p:txBody>
      </p:sp>
      <p:sp>
        <p:nvSpPr>
          <p:cNvPr id="19" name="화살표: 오른쪽 18">
            <a:extLst xmlns:a="http://schemas.openxmlformats.org/drawingml/2006/main">
              <a:ext uri="{FF2B5EF4-FFF2-40B4-BE49-F238E27FC236}">
                <a16:creationId xmlns:a16="http://schemas.microsoft.com/office/drawing/2014/main" id="{E7D5C803-AE87-451A-B28C-01AF0AEE0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447800"/>
            <a:ext cx="190500" cy="1238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B7470"/>
          </a:solidFill>
          <a:ln xmlns:a="http://schemas.openxmlformats.org/drawingml/2006/main" w="0">
            <a:solidFill>
              <a:srgbClr val="5B7470"/>
            </a:solidFill>
            <a:prstDash val="solid"/>
          </a:ln>
        </p:spPr>
      </p:sp>
      <p:sp>
        <p:nvSpPr>
          <p:cNvPr id="20" name="화살표: 오른쪽 19">
            <a:extLst xmlns:a="http://schemas.openxmlformats.org/drawingml/2006/main">
              <a:ext uri="{FF2B5EF4-FFF2-40B4-BE49-F238E27FC236}">
                <a16:creationId xmlns:a16="http://schemas.microsoft.com/office/drawing/2014/main" id="{AFCDE8BB-67CA-481D-8B51-FAC78BC41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447800"/>
            <a:ext cx="190500" cy="1238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B7470"/>
          </a:solidFill>
          <a:ln xmlns:a="http://schemas.openxmlformats.org/drawingml/2006/main" w="0">
            <a:solidFill>
              <a:srgbClr val="5B7470"/>
            </a:solidFill>
            <a:prstDash val="solid"/>
          </a:ln>
        </p:spPr>
      </p:sp>
      <p:sp>
        <p:nvSpPr>
          <p:cNvPr id="21" name="타원 20">
            <a:extLst xmlns:a="http://schemas.openxmlformats.org/drawingml/2006/main">
              <a:ext uri="{FF2B5EF4-FFF2-40B4-BE49-F238E27FC236}">
                <a16:creationId xmlns:a16="http://schemas.microsoft.com/office/drawing/2014/main" id="{828A7416-781E-422B-BE93-38DD3A1BB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3906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74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사각형: 둥근 모서리 21">
            <a:extLst xmlns:a="http://schemas.openxmlformats.org/drawingml/2006/main">
              <a:ext uri="{FF2B5EF4-FFF2-40B4-BE49-F238E27FC236}">
                <a16:creationId xmlns:a16="http://schemas.microsoft.com/office/drawing/2014/main" id="{1403634D-0D34-469C-BBBA-FEBE680CB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390650"/>
            <a:ext cx="247650" cy="247650"/>
          </a:xfrm>
          <a:prstGeom xmlns:a="http://schemas.openxmlformats.org/drawingml/2006/main" prst="roundRect">
            <a:avLst>
              <a:gd name="adj" fmla="val 3076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23" name="사각형: 둥근 모서리 22">
            <a:extLst xmlns:a="http://schemas.openxmlformats.org/drawingml/2006/main">
              <a:ext uri="{FF2B5EF4-FFF2-40B4-BE49-F238E27FC236}">
                <a16:creationId xmlns:a16="http://schemas.microsoft.com/office/drawing/2014/main" id="{B236EEF3-FF45-4AF8-8296-190CA18E4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238250"/>
            <a:ext cx="10668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67A73"/>
          </a:solidFill>
          <a:ln xmlns:a="http://schemas.openxmlformats.org/drawingml/2006/main" w="9525">
            <a:solidFill>
              <a:srgbClr val="267A73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3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확인하고 계속</a:t>
            </a:r>
          </a:p>
        </p:txBody>
      </p:sp>
      <p:sp>
        <p:nvSpPr>
          <p:cNvPr id="24" name="사각형: 둥근 모서리 23">
            <a:extLst xmlns:a="http://schemas.openxmlformats.org/drawingml/2006/main">
              <a:ext uri="{FF2B5EF4-FFF2-40B4-BE49-F238E27FC236}">
                <a16:creationId xmlns:a16="http://schemas.microsoft.com/office/drawing/2014/main" id="{563F1C91-AFBB-4C94-A078-2F6DBBBBF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238250"/>
            <a:ext cx="14668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제품 안내 확인 상태를 저장</a:t>
            </a:r>
          </a:p>
        </p:txBody>
      </p:sp>
      <p:sp>
        <p:nvSpPr>
          <p:cNvPr id="25" name="사각형: 둥근 모서리 24">
            <a:extLst xmlns:a="http://schemas.openxmlformats.org/drawingml/2006/main">
              <a:ext uri="{FF2B5EF4-FFF2-40B4-BE49-F238E27FC236}">
                <a16:creationId xmlns:a16="http://schemas.microsoft.com/office/drawing/2014/main" id="{A21F97F0-F6ED-4CBA-B482-04D6B6689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238250"/>
            <a:ext cx="1047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2F8F7"/>
          </a:solidFill>
          <a:ln xmlns:a="http://schemas.openxmlformats.org/drawingml/2006/main" w="9525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NT-02</a:t>
            </a:r>
          </a:p>
          <a:p xmlns:a="http://schemas.openxmlformats.org/drawingml/2006/main">
            <a:pPr algn="ctr">
              <a:buNone/>
              <a:defRPr sz="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가입·로그인</a:t>
            </a:r>
          </a:p>
        </p:txBody>
      </p:sp>
      <p:sp>
        <p:nvSpPr>
          <p:cNvPr id="26" name="화살표: 오른쪽 25">
            <a:extLst xmlns:a="http://schemas.openxmlformats.org/drawingml/2006/main">
              <a:ext uri="{FF2B5EF4-FFF2-40B4-BE49-F238E27FC236}">
                <a16:creationId xmlns:a16="http://schemas.microsoft.com/office/drawing/2014/main" id="{77629D7A-2A0A-4491-8A37-C03F6576E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114550"/>
            <a:ext cx="190500" cy="1238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B7470"/>
          </a:solidFill>
          <a:ln xmlns:a="http://schemas.openxmlformats.org/drawingml/2006/main" w="0">
            <a:solidFill>
              <a:srgbClr val="5B7470"/>
            </a:solidFill>
            <a:prstDash val="solid"/>
          </a:ln>
        </p:spPr>
      </p:sp>
      <p:sp>
        <p:nvSpPr>
          <p:cNvPr id="27" name="화살표: 오른쪽 26">
            <a:extLst xmlns:a="http://schemas.openxmlformats.org/drawingml/2006/main">
              <a:ext uri="{FF2B5EF4-FFF2-40B4-BE49-F238E27FC236}">
                <a16:creationId xmlns:a16="http://schemas.microsoft.com/office/drawing/2014/main" id="{5C240264-C58D-426B-BF26-E8429142A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114550"/>
            <a:ext cx="190500" cy="1238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B7470"/>
          </a:solidFill>
          <a:ln xmlns:a="http://schemas.openxmlformats.org/drawingml/2006/main" w="0">
            <a:solidFill>
              <a:srgbClr val="5B7470"/>
            </a:solidFill>
            <a:prstDash val="solid"/>
          </a:ln>
        </p:spPr>
      </p:sp>
      <p:sp>
        <p:nvSpPr>
          <p:cNvPr id="28" name="타원 27">
            <a:extLst xmlns:a="http://schemas.openxmlformats.org/drawingml/2006/main">
              <a:ext uri="{FF2B5EF4-FFF2-40B4-BE49-F238E27FC236}">
                <a16:creationId xmlns:a16="http://schemas.microsoft.com/office/drawing/2014/main" id="{6175B002-7494-4328-8F4C-93C326E4A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0574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74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사각형: 둥근 모서리 28">
            <a:extLst xmlns:a="http://schemas.openxmlformats.org/drawingml/2006/main">
              <a:ext uri="{FF2B5EF4-FFF2-40B4-BE49-F238E27FC236}">
                <a16:creationId xmlns:a16="http://schemas.microsoft.com/office/drawing/2014/main" id="{713FF750-2BEE-45B1-A9D0-D778C821E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057400"/>
            <a:ext cx="247650" cy="247650"/>
          </a:xfrm>
          <a:prstGeom xmlns:a="http://schemas.openxmlformats.org/drawingml/2006/main" prst="roundRect">
            <a:avLst>
              <a:gd name="adj" fmla="val 3076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30" name="사각형: 둥근 모서리 29">
            <a:extLst xmlns:a="http://schemas.openxmlformats.org/drawingml/2006/main">
              <a:ext uri="{FF2B5EF4-FFF2-40B4-BE49-F238E27FC236}">
                <a16:creationId xmlns:a16="http://schemas.microsoft.com/office/drawing/2014/main" id="{C4984756-5F4D-41B6-9958-7A0A477CD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905000"/>
            <a:ext cx="10668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67A73"/>
          </a:solidFill>
          <a:ln xmlns:a="http://schemas.openxmlformats.org/drawingml/2006/main" w="9525">
            <a:solidFill>
              <a:srgbClr val="267A73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3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가입하고 시작</a:t>
            </a:r>
          </a:p>
          <a:p xmlns:a="http://schemas.openxmlformats.org/drawingml/2006/main">
            <a:pPr algn="ctr">
              <a:buNone/>
              <a:defRPr sz="93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기존 계정 로그인</a:t>
            </a:r>
          </a:p>
        </p:txBody>
      </p:sp>
      <p:sp>
        <p:nvSpPr>
          <p:cNvPr id="31" name="사각형: 둥근 모서리 30">
            <a:extLst xmlns:a="http://schemas.openxmlformats.org/drawingml/2006/main">
              <a:ext uri="{FF2B5EF4-FFF2-40B4-BE49-F238E27FC236}">
                <a16:creationId xmlns:a16="http://schemas.microsoft.com/office/drawing/2014/main" id="{A0013499-D1A3-4984-A7B5-5E03C88D4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905000"/>
            <a:ext cx="14668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계정 처리 후 필요한 동의 상태를 확인</a:t>
            </a:r>
          </a:p>
        </p:txBody>
      </p:sp>
      <p:sp>
        <p:nvSpPr>
          <p:cNvPr id="32" name="사각형: 둥근 모서리 31">
            <a:extLst xmlns:a="http://schemas.openxmlformats.org/drawingml/2006/main">
              <a:ext uri="{FF2B5EF4-FFF2-40B4-BE49-F238E27FC236}">
                <a16:creationId xmlns:a16="http://schemas.microsoft.com/office/drawing/2014/main" id="{88160918-A520-45E0-AA7B-6D1E89902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905000"/>
            <a:ext cx="1047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2F8F7"/>
          </a:solidFill>
          <a:ln xmlns:a="http://schemas.openxmlformats.org/drawingml/2006/main" w="9525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NT-03 /</a:t>
            </a:r>
          </a:p>
          <a:p xmlns:a="http://schemas.openxmlformats.org/drawingml/2006/main">
            <a:pPr algn="ctr">
              <a:buNone/>
              <a:defRPr sz="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NT-04</a:t>
            </a:r>
          </a:p>
        </p:txBody>
      </p:sp>
      <p:sp>
        <p:nvSpPr>
          <p:cNvPr id="33" name="화살표: 오른쪽 32">
            <a:extLst xmlns:a="http://schemas.openxmlformats.org/drawingml/2006/main">
              <a:ext uri="{FF2B5EF4-FFF2-40B4-BE49-F238E27FC236}">
                <a16:creationId xmlns:a16="http://schemas.microsoft.com/office/drawing/2014/main" id="{19D4B0C4-1D10-42B0-B814-3106188AC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781300"/>
            <a:ext cx="190500" cy="1238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B7470"/>
          </a:solidFill>
          <a:ln xmlns:a="http://schemas.openxmlformats.org/drawingml/2006/main" w="0">
            <a:solidFill>
              <a:srgbClr val="5B7470"/>
            </a:solidFill>
            <a:prstDash val="solid"/>
          </a:ln>
        </p:spPr>
      </p:sp>
      <p:sp>
        <p:nvSpPr>
          <p:cNvPr id="34" name="화살표: 오른쪽 33">
            <a:extLst xmlns:a="http://schemas.openxmlformats.org/drawingml/2006/main">
              <a:ext uri="{FF2B5EF4-FFF2-40B4-BE49-F238E27FC236}">
                <a16:creationId xmlns:a16="http://schemas.microsoft.com/office/drawing/2014/main" id="{776992D2-0DC5-404C-935D-6D8B70A68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781300"/>
            <a:ext cx="190500" cy="1238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B7470"/>
          </a:solidFill>
          <a:ln xmlns:a="http://schemas.openxmlformats.org/drawingml/2006/main" w="0">
            <a:solidFill>
              <a:srgbClr val="5B7470"/>
            </a:solidFill>
            <a:prstDash val="solid"/>
          </a:ln>
        </p:spPr>
      </p:sp>
      <p:sp>
        <p:nvSpPr>
          <p:cNvPr id="35" name="타원 34">
            <a:extLst xmlns:a="http://schemas.openxmlformats.org/drawingml/2006/main">
              <a:ext uri="{FF2B5EF4-FFF2-40B4-BE49-F238E27FC236}">
                <a16:creationId xmlns:a16="http://schemas.microsoft.com/office/drawing/2014/main" id="{D6C0333D-7D1F-4351-AC2B-6879F0710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7241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7A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사각형: 둥근 모서리 35">
            <a:extLst xmlns:a="http://schemas.openxmlformats.org/drawingml/2006/main">
              <a:ext uri="{FF2B5EF4-FFF2-40B4-BE49-F238E27FC236}">
                <a16:creationId xmlns:a16="http://schemas.microsoft.com/office/drawing/2014/main" id="{80FFD08E-E286-4235-ADC0-E8BCC6083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724150"/>
            <a:ext cx="247650" cy="247650"/>
          </a:xfrm>
          <a:prstGeom xmlns:a="http://schemas.openxmlformats.org/drawingml/2006/main" prst="roundRect">
            <a:avLst>
              <a:gd name="adj" fmla="val 3076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37" name="사각형: 둥근 모서리 36">
            <a:extLst xmlns:a="http://schemas.openxmlformats.org/drawingml/2006/main">
              <a:ext uri="{FF2B5EF4-FFF2-40B4-BE49-F238E27FC236}">
                <a16:creationId xmlns:a16="http://schemas.microsoft.com/office/drawing/2014/main" id="{5D3EDEFC-BC3E-43A7-85BA-4094C29D9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571750"/>
            <a:ext cx="10668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67A73"/>
          </a:solidFill>
          <a:ln xmlns:a="http://schemas.openxmlformats.org/drawingml/2006/main" w="9525">
            <a:solidFill>
              <a:srgbClr val="267A73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3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저장하고 홈으로</a:t>
            </a:r>
          </a:p>
        </p:txBody>
      </p:sp>
      <p:sp>
        <p:nvSpPr>
          <p:cNvPr id="38" name="사각형: 둥근 모서리 37">
            <a:extLst xmlns:a="http://schemas.openxmlformats.org/drawingml/2006/main">
              <a:ext uri="{FF2B5EF4-FFF2-40B4-BE49-F238E27FC236}">
                <a16:creationId xmlns:a16="http://schemas.microsoft.com/office/drawing/2014/main" id="{00900D54-5DD0-4840-AB67-B8A55A0F0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571750"/>
            <a:ext cx="14668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선택한 동의와 권한 상태를 저장</a:t>
            </a:r>
          </a:p>
        </p:txBody>
      </p:sp>
      <p:sp>
        <p:nvSpPr>
          <p:cNvPr id="39" name="사각형: 둥근 모서리 38">
            <a:extLst xmlns:a="http://schemas.openxmlformats.org/drawingml/2006/main">
              <a:ext uri="{FF2B5EF4-FFF2-40B4-BE49-F238E27FC236}">
                <a16:creationId xmlns:a16="http://schemas.microsoft.com/office/drawing/2014/main" id="{22D69D04-5C69-4E9A-988E-366C1F905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571750"/>
            <a:ext cx="1047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4F2"/>
          </a:solidFill>
          <a:ln xmlns:a="http://schemas.openxmlformats.org/drawingml/2006/main" w="14288">
            <a:solidFill>
              <a:srgbClr val="267A73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NT-04</a:t>
            </a:r>
          </a:p>
          <a:p xmlns:a="http://schemas.openxmlformats.org/drawingml/2006/main">
            <a:pPr algn="ctr">
              <a:buNone/>
              <a:defRPr sz="900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홈</a:t>
            </a:r>
          </a:p>
        </p:txBody>
      </p:sp>
      <p:sp>
        <p:nvSpPr>
          <p:cNvPr id="40" name="화살표: 오른쪽 39">
            <a:extLst xmlns:a="http://schemas.openxmlformats.org/drawingml/2006/main">
              <a:ext uri="{FF2B5EF4-FFF2-40B4-BE49-F238E27FC236}">
                <a16:creationId xmlns:a16="http://schemas.microsoft.com/office/drawing/2014/main" id="{A3FFBE4D-EE67-4971-8D6D-30493EC8D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448050"/>
            <a:ext cx="190500" cy="1238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B7470"/>
          </a:solidFill>
          <a:ln xmlns:a="http://schemas.openxmlformats.org/drawingml/2006/main" w="0">
            <a:solidFill>
              <a:srgbClr val="5B7470"/>
            </a:solidFill>
            <a:prstDash val="solid"/>
          </a:ln>
        </p:spPr>
      </p:sp>
      <p:sp>
        <p:nvSpPr>
          <p:cNvPr id="41" name="화살표: 오른쪽 40">
            <a:extLst xmlns:a="http://schemas.openxmlformats.org/drawingml/2006/main">
              <a:ext uri="{FF2B5EF4-FFF2-40B4-BE49-F238E27FC236}">
                <a16:creationId xmlns:a16="http://schemas.microsoft.com/office/drawing/2014/main" id="{E74D7C9B-828C-4F01-8263-2C88B3915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448050"/>
            <a:ext cx="190500" cy="1238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B7470"/>
          </a:solidFill>
          <a:ln xmlns:a="http://schemas.openxmlformats.org/drawingml/2006/main" w="0">
            <a:solidFill>
              <a:srgbClr val="5B7470"/>
            </a:solidFill>
            <a:prstDash val="solid"/>
          </a:ln>
        </p:spPr>
      </p:sp>
      <p:sp>
        <p:nvSpPr>
          <p:cNvPr id="42" name="타원 41">
            <a:extLst xmlns:a="http://schemas.openxmlformats.org/drawingml/2006/main">
              <a:ext uri="{FF2B5EF4-FFF2-40B4-BE49-F238E27FC236}">
                <a16:creationId xmlns:a16="http://schemas.microsoft.com/office/drawing/2014/main" id="{F9B754BB-5C6A-48C8-A8B0-39EB4FC9A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3909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74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사각형: 둥근 모서리 42">
            <a:extLst xmlns:a="http://schemas.openxmlformats.org/drawingml/2006/main">
              <a:ext uri="{FF2B5EF4-FFF2-40B4-BE49-F238E27FC236}">
                <a16:creationId xmlns:a16="http://schemas.microsoft.com/office/drawing/2014/main" id="{D86FBB2D-1050-4169-8A45-88E9D6D80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390900"/>
            <a:ext cx="247650" cy="247650"/>
          </a:xfrm>
          <a:prstGeom xmlns:a="http://schemas.openxmlformats.org/drawingml/2006/main" prst="roundRect">
            <a:avLst>
              <a:gd name="adj" fmla="val 3076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44" name="사각형: 둥근 모서리 43">
            <a:extLst xmlns:a="http://schemas.openxmlformats.org/drawingml/2006/main">
              <a:ext uri="{FF2B5EF4-FFF2-40B4-BE49-F238E27FC236}">
                <a16:creationId xmlns:a16="http://schemas.microsoft.com/office/drawing/2014/main" id="{372DAC87-B072-416F-9472-9FF63D7F3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238500"/>
            <a:ext cx="10668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67A73"/>
          </a:solidFill>
          <a:ln xmlns:a="http://schemas.openxmlformats.org/drawingml/2006/main" w="9525">
            <a:solidFill>
              <a:srgbClr val="267A73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3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설정</a:t>
            </a:r>
          </a:p>
        </p:txBody>
      </p:sp>
      <p:sp>
        <p:nvSpPr>
          <p:cNvPr id="45" name="사각형: 둥근 모서리 44">
            <a:extLst xmlns:a="http://schemas.openxmlformats.org/drawingml/2006/main">
              <a:ext uri="{FF2B5EF4-FFF2-40B4-BE49-F238E27FC236}">
                <a16:creationId xmlns:a16="http://schemas.microsoft.com/office/drawing/2014/main" id="{C30342D2-2A9A-4400-9AD4-A998D505C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238500"/>
            <a:ext cx="14668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계정·동의·권한 관리 화면을 표시</a:t>
            </a:r>
          </a:p>
        </p:txBody>
      </p:sp>
      <p:sp>
        <p:nvSpPr>
          <p:cNvPr id="46" name="사각형: 둥근 모서리 45">
            <a:extLst xmlns:a="http://schemas.openxmlformats.org/drawingml/2006/main">
              <a:ext uri="{FF2B5EF4-FFF2-40B4-BE49-F238E27FC236}">
                <a16:creationId xmlns:a16="http://schemas.microsoft.com/office/drawing/2014/main" id="{0105EE88-502D-43A2-B18C-D80106859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238500"/>
            <a:ext cx="1047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2F8F7"/>
          </a:solidFill>
          <a:ln xmlns:a="http://schemas.openxmlformats.org/drawingml/2006/main" w="9525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NT-09</a:t>
            </a:r>
          </a:p>
          <a:p xmlns:a="http://schemas.openxmlformats.org/drawingml/2006/main">
            <a:pPr algn="ctr">
              <a:buNone/>
              <a:defRPr sz="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설정</a:t>
            </a:r>
          </a:p>
        </p:txBody>
      </p:sp>
      <p:sp>
        <p:nvSpPr>
          <p:cNvPr id="47" name="화살표: 오른쪽 46">
            <a:extLst xmlns:a="http://schemas.openxmlformats.org/drawingml/2006/main">
              <a:ext uri="{FF2B5EF4-FFF2-40B4-BE49-F238E27FC236}">
                <a16:creationId xmlns:a16="http://schemas.microsoft.com/office/drawing/2014/main" id="{0FA8C204-A2DA-485F-B466-285098955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114800"/>
            <a:ext cx="190500" cy="1238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B7470"/>
          </a:solidFill>
          <a:ln xmlns:a="http://schemas.openxmlformats.org/drawingml/2006/main" w="0">
            <a:solidFill>
              <a:srgbClr val="5B7470"/>
            </a:solidFill>
            <a:prstDash val="solid"/>
          </a:ln>
        </p:spPr>
      </p:sp>
      <p:sp>
        <p:nvSpPr>
          <p:cNvPr id="48" name="화살표: 오른쪽 47">
            <a:extLst xmlns:a="http://schemas.openxmlformats.org/drawingml/2006/main">
              <a:ext uri="{FF2B5EF4-FFF2-40B4-BE49-F238E27FC236}">
                <a16:creationId xmlns:a16="http://schemas.microsoft.com/office/drawing/2014/main" id="{2EA80D22-E075-465A-B643-83231D59D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114800"/>
            <a:ext cx="190500" cy="1238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B7470"/>
          </a:solidFill>
          <a:ln xmlns:a="http://schemas.openxmlformats.org/drawingml/2006/main" w="0">
            <a:solidFill>
              <a:srgbClr val="5B7470"/>
            </a:solidFill>
            <a:prstDash val="solid"/>
          </a:ln>
        </p:spPr>
      </p:sp>
      <p:sp>
        <p:nvSpPr>
          <p:cNvPr id="49" name="타원 48">
            <a:extLst xmlns:a="http://schemas.openxmlformats.org/drawingml/2006/main">
              <a:ext uri="{FF2B5EF4-FFF2-40B4-BE49-F238E27FC236}">
                <a16:creationId xmlns:a16="http://schemas.microsoft.com/office/drawing/2014/main" id="{58046045-BC34-4BF6-BFB2-67AE759FE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0576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74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사각형: 둥근 모서리 49">
            <a:extLst xmlns:a="http://schemas.openxmlformats.org/drawingml/2006/main">
              <a:ext uri="{FF2B5EF4-FFF2-40B4-BE49-F238E27FC236}">
                <a16:creationId xmlns:a16="http://schemas.microsoft.com/office/drawing/2014/main" id="{DEB1FEAA-516F-40E3-A108-57E6BA70C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057650"/>
            <a:ext cx="247650" cy="247650"/>
          </a:xfrm>
          <a:prstGeom xmlns:a="http://schemas.openxmlformats.org/drawingml/2006/main" prst="roundRect">
            <a:avLst>
              <a:gd name="adj" fmla="val 3076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51" name="사각형: 둥근 모서리 50">
            <a:extLst xmlns:a="http://schemas.openxmlformats.org/drawingml/2006/main">
              <a:ext uri="{FF2B5EF4-FFF2-40B4-BE49-F238E27FC236}">
                <a16:creationId xmlns:a16="http://schemas.microsoft.com/office/drawing/2014/main" id="{3130EBBC-B116-48A3-AA49-309BB277D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905250"/>
            <a:ext cx="10668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67A73"/>
          </a:solidFill>
          <a:ln xmlns:a="http://schemas.openxmlformats.org/drawingml/2006/main" w="9525">
            <a:solidFill>
              <a:srgbClr val="267A73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3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Watch 연결 / 얼굴로 측정</a:t>
            </a:r>
          </a:p>
        </p:txBody>
      </p:sp>
      <p:sp>
        <p:nvSpPr>
          <p:cNvPr id="52" name="사각형: 둥근 모서리 51">
            <a:extLst xmlns:a="http://schemas.openxmlformats.org/drawingml/2006/main">
              <a:ext uri="{FF2B5EF4-FFF2-40B4-BE49-F238E27FC236}">
                <a16:creationId xmlns:a16="http://schemas.microsoft.com/office/drawing/2014/main" id="{EDB52A1E-09E2-49FA-BBE0-58BEF7C2C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905250"/>
            <a:ext cx="14668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20초 수집 또는 20초 촬영·분석 상태를 표시</a:t>
            </a:r>
          </a:p>
        </p:txBody>
      </p:sp>
      <p:sp>
        <p:nvSpPr>
          <p:cNvPr id="53" name="사각형: 둥근 모서리 52">
            <a:extLst xmlns:a="http://schemas.openxmlformats.org/drawingml/2006/main">
              <a:ext uri="{FF2B5EF4-FFF2-40B4-BE49-F238E27FC236}">
                <a16:creationId xmlns:a16="http://schemas.microsoft.com/office/drawing/2014/main" id="{CE064A57-0A04-400C-9A3F-848DF7AD0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905250"/>
            <a:ext cx="1047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2F8F7"/>
          </a:solidFill>
          <a:ln xmlns:a="http://schemas.openxmlformats.org/drawingml/2006/main" w="9525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NT-08 /</a:t>
            </a:r>
          </a:p>
          <a:p xmlns:a="http://schemas.openxmlformats.org/drawingml/2006/main">
            <a:pPr algn="ctr">
              <a:buNone/>
              <a:defRPr sz="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NT-07</a:t>
            </a:r>
          </a:p>
        </p:txBody>
      </p:sp>
    </p:spTree>
    <p:extLst>
      <p:ext uri="{BB962C8B-B14F-4D97-AF65-F5344CB8AC3E}">
        <p14:creationId xmlns:p14="http://schemas.microsoft.com/office/powerpoint/2010/main" val="54928815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CEBAA82-50A1-47E7-BD5C-3AF29452A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"/>
            <a:ext cx="91440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 sz="2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2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파이프라인 2 — 알림·AUQ·대화</a:t>
            </a:r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1CD52AFA-0EFB-4043-8415-D8DB8108F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1792"/>
            <a:ext cx="9144000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A73"/>
          </a:solidFill>
          <a:ln xmlns:a="http://schemas.openxmlformats.org/drawingml/2006/main" w="0">
            <a:solidFill>
              <a:srgbClr val="267A73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F0A005E4-FE64-4250-B46D-6318A5D99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1080" y="4846320"/>
            <a:ext cx="3657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  <a:defRPr sz="10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10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8</a:t>
            </a:r>
          </a:p>
        </p:txBody>
      </p:sp>
      <p:sp>
        <p:nvSpPr>
          <p:cNvPr id="6" name="사각형: 둥근 모서리 5">
            <a:extLst xmlns:a="http://schemas.openxmlformats.org/drawingml/2006/main">
              <a:ext uri="{FF2B5EF4-FFF2-40B4-BE49-F238E27FC236}">
                <a16:creationId xmlns:a16="http://schemas.microsoft.com/office/drawing/2014/main" id="{205D1667-8F39-4843-8F92-75C232514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09650"/>
            <a:ext cx="11620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2F8F7"/>
          </a:solidFill>
          <a:ln xmlns:a="http://schemas.openxmlformats.org/drawingml/2006/main" w="7620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NT-05 · 갈망 알림</a:t>
            </a:r>
          </a:p>
        </p:txBody>
      </p:sp>
      <p:sp>
        <p:nvSpPr>
          <p:cNvPr id="7" name="사각형: 둥근 모서리 6">
            <a:extLst xmlns:a="http://schemas.openxmlformats.org/drawingml/2006/main">
              <a:ext uri="{FF2B5EF4-FFF2-40B4-BE49-F238E27FC236}">
                <a16:creationId xmlns:a16="http://schemas.microsoft.com/office/drawing/2014/main" id="{179928CB-8437-43D0-92F4-556709B2E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1009650"/>
            <a:ext cx="11620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2F8F7"/>
          </a:solidFill>
          <a:ln xmlns:a="http://schemas.openxmlformats.org/drawingml/2006/main" w="7620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NT-06 · AUQ</a:t>
            </a:r>
          </a:p>
        </p:txBody>
      </p:sp>
      <p:sp>
        <p:nvSpPr>
          <p:cNvPr id="8" name="사각형: 둥근 모서리 7">
            <a:extLst xmlns:a="http://schemas.openxmlformats.org/drawingml/2006/main">
              <a:ext uri="{FF2B5EF4-FFF2-40B4-BE49-F238E27FC236}">
                <a16:creationId xmlns:a16="http://schemas.microsoft.com/office/drawing/2014/main" id="{3CB3CC42-32A9-4C30-AF8D-CE85C8380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009650"/>
            <a:ext cx="11620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2F8F7"/>
          </a:solidFill>
          <a:ln xmlns:a="http://schemas.openxmlformats.org/drawingml/2006/main" w="7620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NT-07 · AI 챗봇</a:t>
            </a:r>
          </a:p>
        </p:txBody>
      </p:sp>
      <p:pic>
        <p:nvPicPr>
          <p:cNvPr id="56" name="그림 5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358b755741465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0050" y="1238250"/>
            <a:ext cx="1162050" cy="2582323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chemeClr val="tx1"/>
            </a:solidFill>
          </a:ln>
        </p:spPr>
      </p:pic>
      <p:pic>
        <p:nvPicPr>
          <p:cNvPr id="57" name="그림 5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48ebfef70b4c5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657350" y="1238250"/>
            <a:ext cx="1162050" cy="2582323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chemeClr val="tx1"/>
            </a:solidFill>
          </a:ln>
        </p:spPr>
      </p:pic>
      <p:pic>
        <p:nvPicPr>
          <p:cNvPr id="58" name="그림 5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b20d69184b417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914650" y="1238250"/>
            <a:ext cx="1162050" cy="2582323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chemeClr val="tx1"/>
            </a:solidFill>
          </a:ln>
        </p:spPr>
      </p:pic>
      <p:sp>
        <p:nvSpPr>
          <p:cNvPr id="13" name="사각형: 둥근 모서리 12">
            <a:extLst xmlns:a="http://schemas.openxmlformats.org/drawingml/2006/main">
              <a:ext uri="{FF2B5EF4-FFF2-40B4-BE49-F238E27FC236}">
                <a16:creationId xmlns:a16="http://schemas.microsoft.com/office/drawing/2014/main" id="{C2DAD1D7-0C18-466F-B07A-2CBCCEF1A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62400"/>
            <a:ext cx="3676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4F2"/>
          </a:solidFill>
          <a:ln xmlns:a="http://schemas.openxmlformats.org/drawingml/2006/main" w="19050">
            <a:solidFill>
              <a:srgbClr val="267A73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/>
        </p:txBody>
      </p:sp>
      <p:sp>
        <p:nvSpPr>
          <p:cNvPr id="14" name="사각형: 둥근 모서리 13">
            <a:extLst xmlns:a="http://schemas.openxmlformats.org/drawingml/2006/main">
              <a:ext uri="{FF2B5EF4-FFF2-40B4-BE49-F238E27FC236}">
                <a16:creationId xmlns:a16="http://schemas.microsoft.com/office/drawing/2014/main" id="{AF0C349F-5F86-4219-A5BB-8B7D8AD3F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029075"/>
            <a:ext cx="3524250" cy="247650"/>
          </a:xfrm>
          <a:prstGeom xmlns:a="http://schemas.openxmlformats.org/drawingml/2006/main" prst="roundRect">
            <a:avLst>
              <a:gd name="adj" fmla="val 3076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두 선택 경로</a:t>
            </a:r>
          </a:p>
        </p:txBody>
      </p:sp>
      <p:sp>
        <p:nvSpPr>
          <p:cNvPr id="15" name="사각형: 둥근 모서리 14">
            <a:extLst xmlns:a="http://schemas.openxmlformats.org/drawingml/2006/main">
              <a:ext uri="{FF2B5EF4-FFF2-40B4-BE49-F238E27FC236}">
                <a16:creationId xmlns:a16="http://schemas.microsoft.com/office/drawing/2014/main" id="{00C1E551-289B-4F8E-9014-5D13EF549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286250"/>
            <a:ext cx="3524250" cy="171450"/>
          </a:xfrm>
          <a:prstGeom xmlns:a="http://schemas.openxmlformats.org/drawingml/2006/main" prst="roundRect">
            <a:avLst>
              <a:gd name="adj" fmla="val 4444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나중에 → NT-04 유지 · 지금 대화하기 → NT-06</a:t>
            </a:r>
          </a:p>
        </p:txBody>
      </p:sp>
      <p:sp>
        <p:nvSpPr>
          <p:cNvPr id="16" name="사각형: 둥근 모서리 15">
            <a:extLst xmlns:a="http://schemas.openxmlformats.org/drawingml/2006/main">
              <a:ext uri="{FF2B5EF4-FFF2-40B4-BE49-F238E27FC236}">
                <a16:creationId xmlns:a16="http://schemas.microsoft.com/office/drawing/2014/main" id="{147BA2D4-B928-46E1-ADBA-BDF2EFA42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123950"/>
            <a:ext cx="1066800" cy="171450"/>
          </a:xfrm>
          <a:prstGeom xmlns:a="http://schemas.openxmlformats.org/drawingml/2006/main" prst="roundRect">
            <a:avLst>
              <a:gd name="adj" fmla="val 4444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누르는 항목</a:t>
            </a:r>
          </a:p>
        </p:txBody>
      </p:sp>
      <p:sp>
        <p:nvSpPr>
          <p:cNvPr id="17" name="사각형: 둥근 모서리 16">
            <a:extLst xmlns:a="http://schemas.openxmlformats.org/drawingml/2006/main">
              <a:ext uri="{FF2B5EF4-FFF2-40B4-BE49-F238E27FC236}">
                <a16:creationId xmlns:a16="http://schemas.microsoft.com/office/drawing/2014/main" id="{3776A7C0-8CE9-4A27-B55F-D383171FC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123950"/>
            <a:ext cx="1466850" cy="171450"/>
          </a:xfrm>
          <a:prstGeom xmlns:a="http://schemas.openxmlformats.org/drawingml/2006/main" prst="roundRect">
            <a:avLst>
              <a:gd name="adj" fmla="val 4444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앱 반응</a:t>
            </a:r>
          </a:p>
        </p:txBody>
      </p:sp>
      <p:sp>
        <p:nvSpPr>
          <p:cNvPr id="18" name="사각형: 둥근 모서리 17">
            <a:extLst xmlns:a="http://schemas.openxmlformats.org/drawingml/2006/main">
              <a:ext uri="{FF2B5EF4-FFF2-40B4-BE49-F238E27FC236}">
                <a16:creationId xmlns:a16="http://schemas.microsoft.com/office/drawing/2014/main" id="{2FD2DDCE-BD52-4E2E-8788-0CC77FCEE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123950"/>
            <a:ext cx="1047750" cy="171450"/>
          </a:xfrm>
          <a:prstGeom xmlns:a="http://schemas.openxmlformats.org/drawingml/2006/main" prst="roundRect">
            <a:avLst>
              <a:gd name="adj" fmla="val 4444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이동·유지 화면</a:t>
            </a:r>
          </a:p>
        </p:txBody>
      </p:sp>
      <p:sp>
        <p:nvSpPr>
          <p:cNvPr id="19" name="화살표: 오른쪽 18">
            <a:extLst xmlns:a="http://schemas.openxmlformats.org/drawingml/2006/main">
              <a:ext uri="{FF2B5EF4-FFF2-40B4-BE49-F238E27FC236}">
                <a16:creationId xmlns:a16="http://schemas.microsoft.com/office/drawing/2014/main" id="{0E143AD4-63C2-4E8A-A482-395D0C61D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600200"/>
            <a:ext cx="190500" cy="1238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B7470"/>
          </a:solidFill>
          <a:ln xmlns:a="http://schemas.openxmlformats.org/drawingml/2006/main" w="0">
            <a:solidFill>
              <a:srgbClr val="5B7470"/>
            </a:solidFill>
            <a:prstDash val="solid"/>
          </a:ln>
        </p:spPr>
      </p:sp>
      <p:sp>
        <p:nvSpPr>
          <p:cNvPr id="20" name="화살표: 오른쪽 19">
            <a:extLst xmlns:a="http://schemas.openxmlformats.org/drawingml/2006/main">
              <a:ext uri="{FF2B5EF4-FFF2-40B4-BE49-F238E27FC236}">
                <a16:creationId xmlns:a16="http://schemas.microsoft.com/office/drawing/2014/main" id="{83FF2CB4-AFD1-433D-A555-0F230CD4E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600200"/>
            <a:ext cx="190500" cy="1238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B7470"/>
          </a:solidFill>
          <a:ln xmlns:a="http://schemas.openxmlformats.org/drawingml/2006/main" w="0">
            <a:solidFill>
              <a:srgbClr val="5B7470"/>
            </a:solidFill>
            <a:prstDash val="solid"/>
          </a:ln>
        </p:spPr>
      </p:sp>
      <p:sp>
        <p:nvSpPr>
          <p:cNvPr id="21" name="타원 20">
            <a:extLst xmlns:a="http://schemas.openxmlformats.org/drawingml/2006/main">
              <a:ext uri="{FF2B5EF4-FFF2-40B4-BE49-F238E27FC236}">
                <a16:creationId xmlns:a16="http://schemas.microsoft.com/office/drawing/2014/main" id="{5557A4F8-AE25-4919-BD7F-8769CD2DE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5430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7A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사각형: 둥근 모서리 21">
            <a:extLst xmlns:a="http://schemas.openxmlformats.org/drawingml/2006/main">
              <a:ext uri="{FF2B5EF4-FFF2-40B4-BE49-F238E27FC236}">
                <a16:creationId xmlns:a16="http://schemas.microsoft.com/office/drawing/2014/main" id="{1F213D10-881D-4CDD-8249-B3020922B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543050"/>
            <a:ext cx="247650" cy="247650"/>
          </a:xfrm>
          <a:prstGeom xmlns:a="http://schemas.openxmlformats.org/drawingml/2006/main" prst="roundRect">
            <a:avLst>
              <a:gd name="adj" fmla="val 3076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23" name="사각형: 둥근 모서리 22">
            <a:extLst xmlns:a="http://schemas.openxmlformats.org/drawingml/2006/main">
              <a:ext uri="{FF2B5EF4-FFF2-40B4-BE49-F238E27FC236}">
                <a16:creationId xmlns:a16="http://schemas.microsoft.com/office/drawing/2014/main" id="{5AC0348A-6DAC-4DFC-B1D9-1FBB222AF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390650"/>
            <a:ext cx="10668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67A73"/>
          </a:solidFill>
          <a:ln xmlns:a="http://schemas.openxmlformats.org/drawingml/2006/main" w="9525">
            <a:solidFill>
              <a:srgbClr val="267A73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3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지금 대화하기</a:t>
            </a:r>
          </a:p>
        </p:txBody>
      </p:sp>
      <p:sp>
        <p:nvSpPr>
          <p:cNvPr id="24" name="사각형: 둥근 모서리 23">
            <a:extLst xmlns:a="http://schemas.openxmlformats.org/drawingml/2006/main">
              <a:ext uri="{FF2B5EF4-FFF2-40B4-BE49-F238E27FC236}">
                <a16:creationId xmlns:a16="http://schemas.microsoft.com/office/drawing/2014/main" id="{0E739C7A-E732-43EC-9CA3-AD1FD3CA5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390650"/>
            <a:ext cx="14668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대화 시작 선택을 저장</a:t>
            </a:r>
          </a:p>
        </p:txBody>
      </p:sp>
      <p:sp>
        <p:nvSpPr>
          <p:cNvPr id="25" name="사각형: 둥근 모서리 24">
            <a:extLst xmlns:a="http://schemas.openxmlformats.org/drawingml/2006/main">
              <a:ext uri="{FF2B5EF4-FFF2-40B4-BE49-F238E27FC236}">
                <a16:creationId xmlns:a16="http://schemas.microsoft.com/office/drawing/2014/main" id="{32B87939-2AAF-4B20-84B6-245F5AC79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390650"/>
            <a:ext cx="1047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4F2"/>
          </a:solidFill>
          <a:ln xmlns:a="http://schemas.openxmlformats.org/drawingml/2006/main" w="14288">
            <a:solidFill>
              <a:srgbClr val="267A73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NT-06</a:t>
            </a:r>
          </a:p>
          <a:p xmlns:a="http://schemas.openxmlformats.org/drawingml/2006/main">
            <a:pPr algn="ctr">
              <a:buNone/>
              <a:defRPr sz="900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AUQ</a:t>
            </a:r>
          </a:p>
        </p:txBody>
      </p:sp>
      <p:sp>
        <p:nvSpPr>
          <p:cNvPr id="26" name="화살표: 오른쪽 25">
            <a:extLst xmlns:a="http://schemas.openxmlformats.org/drawingml/2006/main">
              <a:ext uri="{FF2B5EF4-FFF2-40B4-BE49-F238E27FC236}">
                <a16:creationId xmlns:a16="http://schemas.microsoft.com/office/drawing/2014/main" id="{82B051D2-6E87-442C-AAEA-4E982C998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362200"/>
            <a:ext cx="190500" cy="1238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B7470"/>
          </a:solidFill>
          <a:ln xmlns:a="http://schemas.openxmlformats.org/drawingml/2006/main" w="0">
            <a:solidFill>
              <a:srgbClr val="5B7470"/>
            </a:solidFill>
            <a:prstDash val="solid"/>
          </a:ln>
        </p:spPr>
      </p:sp>
      <p:sp>
        <p:nvSpPr>
          <p:cNvPr id="27" name="화살표: 오른쪽 26">
            <a:extLst xmlns:a="http://schemas.openxmlformats.org/drawingml/2006/main">
              <a:ext uri="{FF2B5EF4-FFF2-40B4-BE49-F238E27FC236}">
                <a16:creationId xmlns:a16="http://schemas.microsoft.com/office/drawing/2014/main" id="{AC32E774-F619-410F-B2CF-7522EC0F6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362200"/>
            <a:ext cx="190500" cy="1238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B7470"/>
          </a:solidFill>
          <a:ln xmlns:a="http://schemas.openxmlformats.org/drawingml/2006/main" w="0">
            <a:solidFill>
              <a:srgbClr val="5B7470"/>
            </a:solidFill>
            <a:prstDash val="solid"/>
          </a:ln>
        </p:spPr>
      </p:sp>
      <p:sp>
        <p:nvSpPr>
          <p:cNvPr id="28" name="타원 27">
            <a:extLst xmlns:a="http://schemas.openxmlformats.org/drawingml/2006/main">
              <a:ext uri="{FF2B5EF4-FFF2-40B4-BE49-F238E27FC236}">
                <a16:creationId xmlns:a16="http://schemas.microsoft.com/office/drawing/2014/main" id="{D1CE394B-7A5A-47E1-BD18-DC1C036FE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3050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74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사각형: 둥근 모서리 28">
            <a:extLst xmlns:a="http://schemas.openxmlformats.org/drawingml/2006/main">
              <a:ext uri="{FF2B5EF4-FFF2-40B4-BE49-F238E27FC236}">
                <a16:creationId xmlns:a16="http://schemas.microsoft.com/office/drawing/2014/main" id="{16CC99C4-CB34-41AE-950B-CC241AE33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305050"/>
            <a:ext cx="247650" cy="247650"/>
          </a:xfrm>
          <a:prstGeom xmlns:a="http://schemas.openxmlformats.org/drawingml/2006/main" prst="roundRect">
            <a:avLst>
              <a:gd name="adj" fmla="val 3076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30" name="사각형: 둥근 모서리 29">
            <a:extLst xmlns:a="http://schemas.openxmlformats.org/drawingml/2006/main">
              <a:ext uri="{FF2B5EF4-FFF2-40B4-BE49-F238E27FC236}">
                <a16:creationId xmlns:a16="http://schemas.microsoft.com/office/drawing/2014/main" id="{3070297E-F4B6-4AB0-A318-2C3C30590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152650"/>
            <a:ext cx="10668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67A73"/>
          </a:solidFill>
          <a:ln xmlns:a="http://schemas.openxmlformats.org/drawingml/2006/main" w="9525">
            <a:solidFill>
              <a:srgbClr val="267A73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3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나중에</a:t>
            </a:r>
          </a:p>
        </p:txBody>
      </p:sp>
      <p:sp>
        <p:nvSpPr>
          <p:cNvPr id="31" name="사각형: 둥근 모서리 30">
            <a:extLst xmlns:a="http://schemas.openxmlformats.org/drawingml/2006/main">
              <a:ext uri="{FF2B5EF4-FFF2-40B4-BE49-F238E27FC236}">
                <a16:creationId xmlns:a16="http://schemas.microsoft.com/office/drawing/2014/main" id="{CCF1F5F3-3067-48DD-96FF-6A7A5DBE6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152650"/>
            <a:ext cx="14668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알림을 닫고 현재 화면을 유지</a:t>
            </a:r>
          </a:p>
        </p:txBody>
      </p:sp>
      <p:sp>
        <p:nvSpPr>
          <p:cNvPr id="32" name="사각형: 둥근 모서리 31">
            <a:extLst xmlns:a="http://schemas.openxmlformats.org/drawingml/2006/main">
              <a:ext uri="{FF2B5EF4-FFF2-40B4-BE49-F238E27FC236}">
                <a16:creationId xmlns:a16="http://schemas.microsoft.com/office/drawing/2014/main" id="{F05B7AF7-CEF3-40DD-B32A-610479B0E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152650"/>
            <a:ext cx="1047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2F8F7"/>
          </a:solidFill>
          <a:ln xmlns:a="http://schemas.openxmlformats.org/drawingml/2006/main" w="9525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NT-04</a:t>
            </a:r>
          </a:p>
          <a:p xmlns:a="http://schemas.openxmlformats.org/drawingml/2006/main">
            <a:pPr algn="ctr">
              <a:buNone/>
              <a:defRPr sz="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홈</a:t>
            </a:r>
          </a:p>
        </p:txBody>
      </p:sp>
      <p:sp>
        <p:nvSpPr>
          <p:cNvPr id="33" name="화살표: 오른쪽 32">
            <a:extLst xmlns:a="http://schemas.openxmlformats.org/drawingml/2006/main">
              <a:ext uri="{FF2B5EF4-FFF2-40B4-BE49-F238E27FC236}">
                <a16:creationId xmlns:a16="http://schemas.microsoft.com/office/drawing/2014/main" id="{C433C564-F49B-410D-B333-F8B224438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124200"/>
            <a:ext cx="190500" cy="1238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B7470"/>
          </a:solidFill>
          <a:ln xmlns:a="http://schemas.openxmlformats.org/drawingml/2006/main" w="0">
            <a:solidFill>
              <a:srgbClr val="5B7470"/>
            </a:solidFill>
            <a:prstDash val="solid"/>
          </a:ln>
        </p:spPr>
      </p:sp>
      <p:sp>
        <p:nvSpPr>
          <p:cNvPr id="34" name="화살표: 오른쪽 33">
            <a:extLst xmlns:a="http://schemas.openxmlformats.org/drawingml/2006/main">
              <a:ext uri="{FF2B5EF4-FFF2-40B4-BE49-F238E27FC236}">
                <a16:creationId xmlns:a16="http://schemas.microsoft.com/office/drawing/2014/main" id="{9C677C21-AA7B-461B-9150-7BAAD54EB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124200"/>
            <a:ext cx="190500" cy="1238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B7470"/>
          </a:solidFill>
          <a:ln xmlns:a="http://schemas.openxmlformats.org/drawingml/2006/main" w="0">
            <a:solidFill>
              <a:srgbClr val="5B7470"/>
            </a:solidFill>
            <a:prstDash val="solid"/>
          </a:ln>
        </p:spPr>
      </p:sp>
      <p:sp>
        <p:nvSpPr>
          <p:cNvPr id="35" name="타원 34">
            <a:extLst xmlns:a="http://schemas.openxmlformats.org/drawingml/2006/main">
              <a:ext uri="{FF2B5EF4-FFF2-40B4-BE49-F238E27FC236}">
                <a16:creationId xmlns:a16="http://schemas.microsoft.com/office/drawing/2014/main" id="{1BF19827-33CE-4D26-8A2B-A7DDC82A5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0670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74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사각형: 둥근 모서리 35">
            <a:extLst xmlns:a="http://schemas.openxmlformats.org/drawingml/2006/main">
              <a:ext uri="{FF2B5EF4-FFF2-40B4-BE49-F238E27FC236}">
                <a16:creationId xmlns:a16="http://schemas.microsoft.com/office/drawing/2014/main" id="{0FF8D51E-3F7C-42F4-9C57-A63794B81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067050"/>
            <a:ext cx="247650" cy="247650"/>
          </a:xfrm>
          <a:prstGeom xmlns:a="http://schemas.openxmlformats.org/drawingml/2006/main" prst="roundRect">
            <a:avLst>
              <a:gd name="adj" fmla="val 3076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37" name="사각형: 둥근 모서리 36">
            <a:extLst xmlns:a="http://schemas.openxmlformats.org/drawingml/2006/main">
              <a:ext uri="{FF2B5EF4-FFF2-40B4-BE49-F238E27FC236}">
                <a16:creationId xmlns:a16="http://schemas.microsoft.com/office/drawing/2014/main" id="{415E9306-5FDD-4CB3-A3B8-A43AC4B38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914650"/>
            <a:ext cx="10668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67A73"/>
          </a:solidFill>
          <a:ln xmlns:a="http://schemas.openxmlformats.org/drawingml/2006/main" w="9525">
            <a:solidFill>
              <a:srgbClr val="267A73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3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7단계 문장 선택 → 다음</a:t>
            </a:r>
          </a:p>
        </p:txBody>
      </p:sp>
      <p:sp>
        <p:nvSpPr>
          <p:cNvPr id="38" name="사각형: 둥근 모서리 37">
            <a:extLst xmlns:a="http://schemas.openxmlformats.org/drawingml/2006/main">
              <a:ext uri="{FF2B5EF4-FFF2-40B4-BE49-F238E27FC236}">
                <a16:creationId xmlns:a16="http://schemas.microsoft.com/office/drawing/2014/main" id="{134E2A7D-007A-4FDF-83A9-C5E71E456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914650"/>
            <a:ext cx="14668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1~7 값을 저장하고 다음 문항을 표시</a:t>
            </a:r>
          </a:p>
        </p:txBody>
      </p:sp>
      <p:sp>
        <p:nvSpPr>
          <p:cNvPr id="39" name="사각형: 둥근 모서리 38">
            <a:extLst xmlns:a="http://schemas.openxmlformats.org/drawingml/2006/main">
              <a:ext uri="{FF2B5EF4-FFF2-40B4-BE49-F238E27FC236}">
                <a16:creationId xmlns:a16="http://schemas.microsoft.com/office/drawing/2014/main" id="{C21D0EDA-24EA-4F53-8782-2033EE678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914650"/>
            <a:ext cx="1047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2F8F7"/>
          </a:solidFill>
          <a:ln xmlns:a="http://schemas.openxmlformats.org/drawingml/2006/main" w="9525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NT-06</a:t>
            </a:r>
          </a:p>
          <a:p xmlns:a="http://schemas.openxmlformats.org/drawingml/2006/main">
            <a:pPr algn="ctr">
              <a:buNone/>
              <a:defRPr sz="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유지</a:t>
            </a:r>
          </a:p>
        </p:txBody>
      </p:sp>
      <p:sp>
        <p:nvSpPr>
          <p:cNvPr id="40" name="화살표: 오른쪽 39">
            <a:extLst xmlns:a="http://schemas.openxmlformats.org/drawingml/2006/main">
              <a:ext uri="{FF2B5EF4-FFF2-40B4-BE49-F238E27FC236}">
                <a16:creationId xmlns:a16="http://schemas.microsoft.com/office/drawing/2014/main" id="{3E89701D-D73B-40A4-94FA-BC63E562A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886200"/>
            <a:ext cx="190500" cy="1238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B7470"/>
          </a:solidFill>
          <a:ln xmlns:a="http://schemas.openxmlformats.org/drawingml/2006/main" w="0">
            <a:solidFill>
              <a:srgbClr val="5B7470"/>
            </a:solidFill>
            <a:prstDash val="solid"/>
          </a:ln>
        </p:spPr>
      </p:sp>
      <p:sp>
        <p:nvSpPr>
          <p:cNvPr id="41" name="화살표: 오른쪽 40">
            <a:extLst xmlns:a="http://schemas.openxmlformats.org/drawingml/2006/main">
              <a:ext uri="{FF2B5EF4-FFF2-40B4-BE49-F238E27FC236}">
                <a16:creationId xmlns:a16="http://schemas.microsoft.com/office/drawing/2014/main" id="{372BC8C1-3109-481A-9F27-017C48FCD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886200"/>
            <a:ext cx="190500" cy="1238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B7470"/>
          </a:solidFill>
          <a:ln xmlns:a="http://schemas.openxmlformats.org/drawingml/2006/main" w="0">
            <a:solidFill>
              <a:srgbClr val="5B7470"/>
            </a:solidFill>
            <a:prstDash val="solid"/>
          </a:ln>
        </p:spPr>
      </p:sp>
      <p:sp>
        <p:nvSpPr>
          <p:cNvPr id="42" name="타원 41">
            <a:extLst xmlns:a="http://schemas.openxmlformats.org/drawingml/2006/main">
              <a:ext uri="{FF2B5EF4-FFF2-40B4-BE49-F238E27FC236}">
                <a16:creationId xmlns:a16="http://schemas.microsoft.com/office/drawing/2014/main" id="{91683FB6-1DF8-4A3F-9A1A-B4A8E242D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8290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7A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사각형: 둥근 모서리 42">
            <a:extLst xmlns:a="http://schemas.openxmlformats.org/drawingml/2006/main">
              <a:ext uri="{FF2B5EF4-FFF2-40B4-BE49-F238E27FC236}">
                <a16:creationId xmlns:a16="http://schemas.microsoft.com/office/drawing/2014/main" id="{F541B959-509A-4D5D-94CD-DBC2D9921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829050"/>
            <a:ext cx="247650" cy="247650"/>
          </a:xfrm>
          <a:prstGeom xmlns:a="http://schemas.openxmlformats.org/drawingml/2006/main" prst="roundRect">
            <a:avLst>
              <a:gd name="adj" fmla="val 3076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44" name="사각형: 둥근 모서리 43">
            <a:extLst xmlns:a="http://schemas.openxmlformats.org/drawingml/2006/main">
              <a:ext uri="{FF2B5EF4-FFF2-40B4-BE49-F238E27FC236}">
                <a16:creationId xmlns:a16="http://schemas.microsoft.com/office/drawing/2014/main" id="{D4D1FC70-81C2-44FF-BF1B-B670E3F0A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676650"/>
            <a:ext cx="10668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67A73"/>
          </a:solidFill>
          <a:ln xmlns:a="http://schemas.openxmlformats.org/drawingml/2006/main" w="9525">
            <a:solidFill>
              <a:srgbClr val="267A73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3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건너뛰기 / 마지막 완료</a:t>
            </a:r>
          </a:p>
        </p:txBody>
      </p:sp>
      <p:sp>
        <p:nvSpPr>
          <p:cNvPr id="45" name="사각형: 둥근 모서리 44">
            <a:extLst xmlns:a="http://schemas.openxmlformats.org/drawingml/2006/main">
              <a:ext uri="{FF2B5EF4-FFF2-40B4-BE49-F238E27FC236}">
                <a16:creationId xmlns:a16="http://schemas.microsoft.com/office/drawing/2014/main" id="{F01CA571-8908-444D-B4E5-19FF77E64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676650"/>
            <a:ext cx="14668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AUQ 상태를 저장하고 사용자 주도 자유대화를 열기</a:t>
            </a:r>
          </a:p>
        </p:txBody>
      </p:sp>
      <p:sp>
        <p:nvSpPr>
          <p:cNvPr id="46" name="사각형: 둥근 모서리 45">
            <a:extLst xmlns:a="http://schemas.openxmlformats.org/drawingml/2006/main">
              <a:ext uri="{FF2B5EF4-FFF2-40B4-BE49-F238E27FC236}">
                <a16:creationId xmlns:a16="http://schemas.microsoft.com/office/drawing/2014/main" id="{00D4B671-02B3-4238-BD58-904768900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676650"/>
            <a:ext cx="1047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4F2"/>
          </a:solidFill>
          <a:ln xmlns:a="http://schemas.openxmlformats.org/drawingml/2006/main" w="14288">
            <a:solidFill>
              <a:srgbClr val="267A73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NT-07</a:t>
            </a:r>
          </a:p>
          <a:p xmlns:a="http://schemas.openxmlformats.org/drawingml/2006/main">
            <a:pPr algn="ctr">
              <a:buNone/>
              <a:defRPr sz="900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AI 챗봇</a:t>
            </a:r>
          </a:p>
        </p:txBody>
      </p:sp>
    </p:spTree>
    <p:extLst>
      <p:ext uri="{BB962C8B-B14F-4D97-AF65-F5344CB8AC3E}">
        <p14:creationId xmlns:p14="http://schemas.microsoft.com/office/powerpoint/2010/main" val="54928815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075AFC6-4BE6-4A05-B6EB-48FC60E95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"/>
            <a:ext cx="91440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 sz="2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2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파이프라인 3 — 음성·텍스트 대화와 기록</a:t>
            </a:r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191495C5-A772-4807-9100-5AC0A2114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1792"/>
            <a:ext cx="9144000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A73"/>
          </a:solidFill>
          <a:ln xmlns:a="http://schemas.openxmlformats.org/drawingml/2006/main" w="0">
            <a:solidFill>
              <a:srgbClr val="267A73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0DF9EB0F-D70E-468C-AD40-33ED86C3C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1080" y="4846320"/>
            <a:ext cx="3657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  <a:defRPr sz="10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10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9</a:t>
            </a:r>
          </a:p>
        </p:txBody>
      </p:sp>
      <p:sp>
        <p:nvSpPr>
          <p:cNvPr id="6" name="사각형: 둥근 모서리 5">
            <a:extLst xmlns:a="http://schemas.openxmlformats.org/drawingml/2006/main">
              <a:ext uri="{FF2B5EF4-FFF2-40B4-BE49-F238E27FC236}">
                <a16:creationId xmlns:a16="http://schemas.microsoft.com/office/drawing/2014/main" id="{26B5B0EB-A72B-415B-89AE-A2E1F802C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09650"/>
            <a:ext cx="11620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2F8F7"/>
          </a:solidFill>
          <a:ln xmlns:a="http://schemas.openxmlformats.org/drawingml/2006/main" w="7620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NT-07 · 텍스트·STT</a:t>
            </a:r>
          </a:p>
        </p:txBody>
      </p:sp>
      <p:sp>
        <p:nvSpPr>
          <p:cNvPr id="7" name="사각형: 둥근 모서리 6">
            <a:extLst xmlns:a="http://schemas.openxmlformats.org/drawingml/2006/main">
              <a:ext uri="{FF2B5EF4-FFF2-40B4-BE49-F238E27FC236}">
                <a16:creationId xmlns:a16="http://schemas.microsoft.com/office/drawing/2014/main" id="{407C0E6A-1650-40C6-89C9-787906186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1009650"/>
            <a:ext cx="11620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2F8F7"/>
          </a:solidFill>
          <a:ln xmlns:a="http://schemas.openxmlformats.org/drawingml/2006/main" w="7620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NT-07 · TTS·재시도</a:t>
            </a:r>
          </a:p>
        </p:txBody>
      </p:sp>
      <p:sp>
        <p:nvSpPr>
          <p:cNvPr id="8" name="사각형: 둥근 모서리 7">
            <a:extLst xmlns:a="http://schemas.openxmlformats.org/drawingml/2006/main">
              <a:ext uri="{FF2B5EF4-FFF2-40B4-BE49-F238E27FC236}">
                <a16:creationId xmlns:a16="http://schemas.microsoft.com/office/drawing/2014/main" id="{0F45F57E-4F23-47A2-8E9E-DD811A49F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009650"/>
            <a:ext cx="11620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2F8F7"/>
          </a:solidFill>
          <a:ln xmlns:a="http://schemas.openxmlformats.org/drawingml/2006/main" w="7620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NT-08 · 대시보드</a:t>
            </a:r>
          </a:p>
        </p:txBody>
      </p:sp>
      <p:pic>
        <p:nvPicPr>
          <p:cNvPr id="63" name="그림 6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fbd05f7e12424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0050" y="1238250"/>
            <a:ext cx="1162050" cy="2582323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chemeClr val="tx1"/>
            </a:solidFill>
          </a:ln>
        </p:spPr>
      </p:pic>
      <p:pic>
        <p:nvPicPr>
          <p:cNvPr id="64" name="그림 6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e65531bce1499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657350" y="1238250"/>
            <a:ext cx="1162050" cy="2582323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chemeClr val="tx1"/>
            </a:solidFill>
          </a:ln>
        </p:spPr>
      </p:pic>
      <p:pic>
        <p:nvPicPr>
          <p:cNvPr id="65" name="그림 6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d272d6fcec4a8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914650" y="1238250"/>
            <a:ext cx="1162050" cy="2582323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chemeClr val="tx1"/>
            </a:solidFill>
          </a:ln>
        </p:spPr>
      </p:pic>
      <p:sp>
        <p:nvSpPr>
          <p:cNvPr id="13" name="사각형: 둥근 모서리 12">
            <a:extLst xmlns:a="http://schemas.openxmlformats.org/drawingml/2006/main">
              <a:ext uri="{FF2B5EF4-FFF2-40B4-BE49-F238E27FC236}">
                <a16:creationId xmlns:a16="http://schemas.microsoft.com/office/drawing/2014/main" id="{A8A57F4B-1783-4E72-9337-EB9B5AE40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62400"/>
            <a:ext cx="3676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4F2"/>
          </a:solidFill>
          <a:ln xmlns:a="http://schemas.openxmlformats.org/drawingml/2006/main" w="19050">
            <a:solidFill>
              <a:srgbClr val="267A73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/>
        </p:txBody>
      </p:sp>
      <p:sp>
        <p:nvSpPr>
          <p:cNvPr id="14" name="사각형: 둥근 모서리 13">
            <a:extLst xmlns:a="http://schemas.openxmlformats.org/drawingml/2006/main">
              <a:ext uri="{FF2B5EF4-FFF2-40B4-BE49-F238E27FC236}">
                <a16:creationId xmlns:a16="http://schemas.microsoft.com/office/drawing/2014/main" id="{B9279D8E-F586-48CF-A295-F02894B8F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029075"/>
            <a:ext cx="3524250" cy="247650"/>
          </a:xfrm>
          <a:prstGeom xmlns:a="http://schemas.openxmlformats.org/drawingml/2006/main" prst="roundRect">
            <a:avLst>
              <a:gd name="adj" fmla="val 3076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음성·텍스트 입력에서 기록까지</a:t>
            </a:r>
          </a:p>
        </p:txBody>
      </p:sp>
      <p:sp>
        <p:nvSpPr>
          <p:cNvPr id="15" name="사각형: 둥근 모서리 14">
            <a:extLst xmlns:a="http://schemas.openxmlformats.org/drawingml/2006/main">
              <a:ext uri="{FF2B5EF4-FFF2-40B4-BE49-F238E27FC236}">
                <a16:creationId xmlns:a16="http://schemas.microsoft.com/office/drawing/2014/main" id="{96931DE9-EE48-4AAB-813B-9FE84BB88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286250"/>
            <a:ext cx="3524250" cy="171450"/>
          </a:xfrm>
          <a:prstGeom xmlns:a="http://schemas.openxmlformats.org/drawingml/2006/main" prst="roundRect">
            <a:avLst>
              <a:gd name="adj" fmla="val 4444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B7470"/>
                </a:solidFill>
                <a:latin typeface="Malgun Gothic"/>
                <a:ea typeface="Malgun Gothic"/>
                <a:cs typeface="Malgun Gothic"/>
              </a:rPr>
              <a:t>입력·응답·재시도·종료가 같은 사용자 메시지를 기준으로 이어집니다</a:t>
            </a:r>
          </a:p>
        </p:txBody>
      </p:sp>
      <p:sp>
        <p:nvSpPr>
          <p:cNvPr id="16" name="사각형: 둥근 모서리 15">
            <a:extLst xmlns:a="http://schemas.openxmlformats.org/drawingml/2006/main">
              <a:ext uri="{FF2B5EF4-FFF2-40B4-BE49-F238E27FC236}">
                <a16:creationId xmlns:a16="http://schemas.microsoft.com/office/drawing/2014/main" id="{913ABFD3-B428-4726-B863-1DD089238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009650"/>
            <a:ext cx="1066800" cy="171450"/>
          </a:xfrm>
          <a:prstGeom xmlns:a="http://schemas.openxmlformats.org/drawingml/2006/main" prst="roundRect">
            <a:avLst>
              <a:gd name="adj" fmla="val 4444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누르는 항목</a:t>
            </a:r>
          </a:p>
        </p:txBody>
      </p:sp>
      <p:sp>
        <p:nvSpPr>
          <p:cNvPr id="17" name="사각형: 둥근 모서리 16">
            <a:extLst xmlns:a="http://schemas.openxmlformats.org/drawingml/2006/main">
              <a:ext uri="{FF2B5EF4-FFF2-40B4-BE49-F238E27FC236}">
                <a16:creationId xmlns:a16="http://schemas.microsoft.com/office/drawing/2014/main" id="{B21E6A34-D7C1-4C36-A1E9-6D907552B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009650"/>
            <a:ext cx="1466850" cy="171450"/>
          </a:xfrm>
          <a:prstGeom xmlns:a="http://schemas.openxmlformats.org/drawingml/2006/main" prst="roundRect">
            <a:avLst>
              <a:gd name="adj" fmla="val 4444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앱 반응</a:t>
            </a:r>
          </a:p>
        </p:txBody>
      </p:sp>
      <p:sp>
        <p:nvSpPr>
          <p:cNvPr id="18" name="사각형: 둥근 모서리 17">
            <a:extLst xmlns:a="http://schemas.openxmlformats.org/drawingml/2006/main">
              <a:ext uri="{FF2B5EF4-FFF2-40B4-BE49-F238E27FC236}">
                <a16:creationId xmlns:a16="http://schemas.microsoft.com/office/drawing/2014/main" id="{69BE88BC-61D1-494C-A0BB-F4EB92A0A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009650"/>
            <a:ext cx="1047750" cy="171450"/>
          </a:xfrm>
          <a:prstGeom xmlns:a="http://schemas.openxmlformats.org/drawingml/2006/main" prst="roundRect">
            <a:avLst>
              <a:gd name="adj" fmla="val 4444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이동·유지 화면</a:t>
            </a:r>
          </a:p>
        </p:txBody>
      </p:sp>
      <p:sp>
        <p:nvSpPr>
          <p:cNvPr id="19" name="화살표: 오른쪽 18">
            <a:extLst xmlns:a="http://schemas.openxmlformats.org/drawingml/2006/main">
              <a:ext uri="{FF2B5EF4-FFF2-40B4-BE49-F238E27FC236}">
                <a16:creationId xmlns:a16="http://schemas.microsoft.com/office/drawing/2014/main" id="{84EDF48F-71FB-41E8-9968-12EDEB3DE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447800"/>
            <a:ext cx="190500" cy="1238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B7470"/>
          </a:solidFill>
          <a:ln xmlns:a="http://schemas.openxmlformats.org/drawingml/2006/main" w="0">
            <a:solidFill>
              <a:srgbClr val="5B7470"/>
            </a:solidFill>
            <a:prstDash val="solid"/>
          </a:ln>
        </p:spPr>
      </p:sp>
      <p:sp>
        <p:nvSpPr>
          <p:cNvPr id="20" name="화살표: 오른쪽 19">
            <a:extLst xmlns:a="http://schemas.openxmlformats.org/drawingml/2006/main">
              <a:ext uri="{FF2B5EF4-FFF2-40B4-BE49-F238E27FC236}">
                <a16:creationId xmlns:a16="http://schemas.microsoft.com/office/drawing/2014/main" id="{F2E8FCEF-A502-4E1F-869D-95002FD48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447800"/>
            <a:ext cx="190500" cy="1238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B7470"/>
          </a:solidFill>
          <a:ln xmlns:a="http://schemas.openxmlformats.org/drawingml/2006/main" w="0">
            <a:solidFill>
              <a:srgbClr val="5B7470"/>
            </a:solidFill>
            <a:prstDash val="solid"/>
          </a:ln>
        </p:spPr>
      </p:sp>
      <p:sp>
        <p:nvSpPr>
          <p:cNvPr id="21" name="타원 20">
            <a:extLst xmlns:a="http://schemas.openxmlformats.org/drawingml/2006/main">
              <a:ext uri="{FF2B5EF4-FFF2-40B4-BE49-F238E27FC236}">
                <a16:creationId xmlns:a16="http://schemas.microsoft.com/office/drawing/2014/main" id="{3C18A375-6F13-40AF-91D0-FC7F4CB2F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3906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74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사각형: 둥근 모서리 21">
            <a:extLst xmlns:a="http://schemas.openxmlformats.org/drawingml/2006/main">
              <a:ext uri="{FF2B5EF4-FFF2-40B4-BE49-F238E27FC236}">
                <a16:creationId xmlns:a16="http://schemas.microsoft.com/office/drawing/2014/main" id="{D597CC93-3B41-4061-A58D-C83073D6C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390650"/>
            <a:ext cx="247650" cy="247650"/>
          </a:xfrm>
          <a:prstGeom xmlns:a="http://schemas.openxmlformats.org/drawingml/2006/main" prst="roundRect">
            <a:avLst>
              <a:gd name="adj" fmla="val 3076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23" name="사각형: 둥근 모서리 22">
            <a:extLst xmlns:a="http://schemas.openxmlformats.org/drawingml/2006/main">
              <a:ext uri="{FF2B5EF4-FFF2-40B4-BE49-F238E27FC236}">
                <a16:creationId xmlns:a16="http://schemas.microsoft.com/office/drawing/2014/main" id="{6BACCD3E-691D-4AA5-A6A2-962F0FBEA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238250"/>
            <a:ext cx="10668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67A73"/>
          </a:solidFill>
          <a:ln xmlns:a="http://schemas.openxmlformats.org/drawingml/2006/main" w="9525">
            <a:solidFill>
              <a:srgbClr val="267A73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3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챗봇 탭</a:t>
            </a:r>
          </a:p>
        </p:txBody>
      </p:sp>
      <p:sp>
        <p:nvSpPr>
          <p:cNvPr id="24" name="사각형: 둥근 모서리 23">
            <a:extLst xmlns:a="http://schemas.openxmlformats.org/drawingml/2006/main">
              <a:ext uri="{FF2B5EF4-FFF2-40B4-BE49-F238E27FC236}">
                <a16:creationId xmlns:a16="http://schemas.microsoft.com/office/drawing/2014/main" id="{2309C224-25CC-4A6C-A584-600299899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238250"/>
            <a:ext cx="14668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진행 중 대화를 열거나 새 대화를 시작</a:t>
            </a:r>
          </a:p>
        </p:txBody>
      </p:sp>
      <p:sp>
        <p:nvSpPr>
          <p:cNvPr id="25" name="사각형: 둥근 모서리 24">
            <a:extLst xmlns:a="http://schemas.openxmlformats.org/drawingml/2006/main">
              <a:ext uri="{FF2B5EF4-FFF2-40B4-BE49-F238E27FC236}">
                <a16:creationId xmlns:a16="http://schemas.microsoft.com/office/drawing/2014/main" id="{2E410822-EE1A-4113-8F29-184F8E705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238250"/>
            <a:ext cx="1047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2F8F7"/>
          </a:solidFill>
          <a:ln xmlns:a="http://schemas.openxmlformats.org/drawingml/2006/main" w="9525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NT-07</a:t>
            </a:r>
          </a:p>
          <a:p xmlns:a="http://schemas.openxmlformats.org/drawingml/2006/main">
            <a:pPr algn="ctr">
              <a:buNone/>
              <a:defRPr sz="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AI 챗봇</a:t>
            </a:r>
          </a:p>
        </p:txBody>
      </p:sp>
      <p:sp>
        <p:nvSpPr>
          <p:cNvPr id="26" name="화살표: 오른쪽 25">
            <a:extLst xmlns:a="http://schemas.openxmlformats.org/drawingml/2006/main">
              <a:ext uri="{FF2B5EF4-FFF2-40B4-BE49-F238E27FC236}">
                <a16:creationId xmlns:a16="http://schemas.microsoft.com/office/drawing/2014/main" id="{886D329D-EB28-4179-8E95-4D97F8660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114550"/>
            <a:ext cx="190500" cy="1238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B7470"/>
          </a:solidFill>
          <a:ln xmlns:a="http://schemas.openxmlformats.org/drawingml/2006/main" w="0">
            <a:solidFill>
              <a:srgbClr val="5B7470"/>
            </a:solidFill>
            <a:prstDash val="solid"/>
          </a:ln>
        </p:spPr>
      </p:sp>
      <p:sp>
        <p:nvSpPr>
          <p:cNvPr id="27" name="화살표: 오른쪽 26">
            <a:extLst xmlns:a="http://schemas.openxmlformats.org/drawingml/2006/main">
              <a:ext uri="{FF2B5EF4-FFF2-40B4-BE49-F238E27FC236}">
                <a16:creationId xmlns:a16="http://schemas.microsoft.com/office/drawing/2014/main" id="{647E503E-81B9-4921-92D5-0F1C6A667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114550"/>
            <a:ext cx="190500" cy="1238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B7470"/>
          </a:solidFill>
          <a:ln xmlns:a="http://schemas.openxmlformats.org/drawingml/2006/main" w="0">
            <a:solidFill>
              <a:srgbClr val="5B7470"/>
            </a:solidFill>
            <a:prstDash val="solid"/>
          </a:ln>
        </p:spPr>
      </p:sp>
      <p:sp>
        <p:nvSpPr>
          <p:cNvPr id="28" name="타원 27">
            <a:extLst xmlns:a="http://schemas.openxmlformats.org/drawingml/2006/main">
              <a:ext uri="{FF2B5EF4-FFF2-40B4-BE49-F238E27FC236}">
                <a16:creationId xmlns:a16="http://schemas.microsoft.com/office/drawing/2014/main" id="{AA63B168-06D8-48AF-A0FB-BDBF035E8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0574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7A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사각형: 둥근 모서리 28">
            <a:extLst xmlns:a="http://schemas.openxmlformats.org/drawingml/2006/main">
              <a:ext uri="{FF2B5EF4-FFF2-40B4-BE49-F238E27FC236}">
                <a16:creationId xmlns:a16="http://schemas.microsoft.com/office/drawing/2014/main" id="{D955B884-AC68-4FC5-9560-0B3569349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057400"/>
            <a:ext cx="247650" cy="247650"/>
          </a:xfrm>
          <a:prstGeom xmlns:a="http://schemas.openxmlformats.org/drawingml/2006/main" prst="roundRect">
            <a:avLst>
              <a:gd name="adj" fmla="val 3076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30" name="사각형: 둥근 모서리 29">
            <a:extLst xmlns:a="http://schemas.openxmlformats.org/drawingml/2006/main">
              <a:ext uri="{FF2B5EF4-FFF2-40B4-BE49-F238E27FC236}">
                <a16:creationId xmlns:a16="http://schemas.microsoft.com/office/drawing/2014/main" id="{051A1C37-A37B-4A6E-B52B-6A3544A50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905000"/>
            <a:ext cx="10668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67A73"/>
          </a:solidFill>
          <a:ln xmlns:a="http://schemas.openxmlformats.org/drawingml/2006/main" w="9525">
            <a:solidFill>
              <a:srgbClr val="267A73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3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마이크 시작 → 정지</a:t>
            </a:r>
          </a:p>
        </p:txBody>
      </p:sp>
      <p:sp>
        <p:nvSpPr>
          <p:cNvPr id="31" name="사각형: 둥근 모서리 30">
            <a:extLst xmlns:a="http://schemas.openxmlformats.org/drawingml/2006/main">
              <a:ext uri="{FF2B5EF4-FFF2-40B4-BE49-F238E27FC236}">
                <a16:creationId xmlns:a16="http://schemas.microsoft.com/office/drawing/2014/main" id="{3D4A106A-1D11-4C82-AF9C-F5CE9FBDB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905000"/>
            <a:ext cx="14668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인식 문장을 입력창에 채우고 편집 상태를 유지</a:t>
            </a:r>
          </a:p>
        </p:txBody>
      </p:sp>
      <p:sp>
        <p:nvSpPr>
          <p:cNvPr id="32" name="사각형: 둥근 모서리 31">
            <a:extLst xmlns:a="http://schemas.openxmlformats.org/drawingml/2006/main">
              <a:ext uri="{FF2B5EF4-FFF2-40B4-BE49-F238E27FC236}">
                <a16:creationId xmlns:a16="http://schemas.microsoft.com/office/drawing/2014/main" id="{CCDD8CB6-A853-4BCC-9666-57919A77B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905000"/>
            <a:ext cx="1047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4F2"/>
          </a:solidFill>
          <a:ln xmlns:a="http://schemas.openxmlformats.org/drawingml/2006/main" w="14288">
            <a:solidFill>
              <a:srgbClr val="267A73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NT-07</a:t>
            </a:r>
          </a:p>
          <a:p xmlns:a="http://schemas.openxmlformats.org/drawingml/2006/main">
            <a:pPr algn="ctr">
              <a:buNone/>
              <a:defRPr sz="900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응답</a:t>
            </a:r>
          </a:p>
        </p:txBody>
      </p:sp>
      <p:sp>
        <p:nvSpPr>
          <p:cNvPr id="33" name="화살표: 오른쪽 32">
            <a:extLst xmlns:a="http://schemas.openxmlformats.org/drawingml/2006/main">
              <a:ext uri="{FF2B5EF4-FFF2-40B4-BE49-F238E27FC236}">
                <a16:creationId xmlns:a16="http://schemas.microsoft.com/office/drawing/2014/main" id="{C868C134-C5C2-4645-B512-50E8A87A0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781300"/>
            <a:ext cx="190500" cy="1238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B7470"/>
          </a:solidFill>
          <a:ln xmlns:a="http://schemas.openxmlformats.org/drawingml/2006/main" w="0">
            <a:solidFill>
              <a:srgbClr val="5B7470"/>
            </a:solidFill>
            <a:prstDash val="solid"/>
          </a:ln>
        </p:spPr>
      </p:sp>
      <p:sp>
        <p:nvSpPr>
          <p:cNvPr id="34" name="화살표: 오른쪽 33">
            <a:extLst xmlns:a="http://schemas.openxmlformats.org/drawingml/2006/main">
              <a:ext uri="{FF2B5EF4-FFF2-40B4-BE49-F238E27FC236}">
                <a16:creationId xmlns:a16="http://schemas.microsoft.com/office/drawing/2014/main" id="{4433E7CC-0AD0-48BF-9B12-D2CC39E55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781300"/>
            <a:ext cx="190500" cy="1238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B7470"/>
          </a:solidFill>
          <a:ln xmlns:a="http://schemas.openxmlformats.org/drawingml/2006/main" w="0">
            <a:solidFill>
              <a:srgbClr val="5B7470"/>
            </a:solidFill>
            <a:prstDash val="solid"/>
          </a:ln>
        </p:spPr>
      </p:sp>
      <p:sp>
        <p:nvSpPr>
          <p:cNvPr id="35" name="타원 34">
            <a:extLst xmlns:a="http://schemas.openxmlformats.org/drawingml/2006/main">
              <a:ext uri="{FF2B5EF4-FFF2-40B4-BE49-F238E27FC236}">
                <a16:creationId xmlns:a16="http://schemas.microsoft.com/office/drawing/2014/main" id="{2C6813B1-E96E-4F14-845F-9B135E3DC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7241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74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사각형: 둥근 모서리 35">
            <a:extLst xmlns:a="http://schemas.openxmlformats.org/drawingml/2006/main">
              <a:ext uri="{FF2B5EF4-FFF2-40B4-BE49-F238E27FC236}">
                <a16:creationId xmlns:a16="http://schemas.microsoft.com/office/drawing/2014/main" id="{5DA4CAB0-1F0A-4414-8342-B6A64FA5F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724150"/>
            <a:ext cx="247650" cy="247650"/>
          </a:xfrm>
          <a:prstGeom xmlns:a="http://schemas.openxmlformats.org/drawingml/2006/main" prst="roundRect">
            <a:avLst>
              <a:gd name="adj" fmla="val 3076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37" name="사각형: 둥근 모서리 36">
            <a:extLst xmlns:a="http://schemas.openxmlformats.org/drawingml/2006/main">
              <a:ext uri="{FF2B5EF4-FFF2-40B4-BE49-F238E27FC236}">
                <a16:creationId xmlns:a16="http://schemas.microsoft.com/office/drawing/2014/main" id="{91E1C435-1C24-4E52-B6D2-9C8510D73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571750"/>
            <a:ext cx="10668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67A73"/>
          </a:solidFill>
          <a:ln xmlns:a="http://schemas.openxmlformats.org/drawingml/2006/main" w="9525">
            <a:solidFill>
              <a:srgbClr val="267A73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3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전송</a:t>
            </a:r>
          </a:p>
        </p:txBody>
      </p:sp>
      <p:sp>
        <p:nvSpPr>
          <p:cNvPr id="38" name="사각형: 둥근 모서리 37">
            <a:extLst xmlns:a="http://schemas.openxmlformats.org/drawingml/2006/main">
              <a:ext uri="{FF2B5EF4-FFF2-40B4-BE49-F238E27FC236}">
                <a16:creationId xmlns:a16="http://schemas.microsoft.com/office/drawing/2014/main" id="{6AA69677-4A86-4B39-A118-84B142216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571750"/>
            <a:ext cx="14668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최종 문장을 저장하고 사용자 주도 AI 응답을 요청</a:t>
            </a:r>
          </a:p>
        </p:txBody>
      </p:sp>
      <p:sp>
        <p:nvSpPr>
          <p:cNvPr id="39" name="사각형: 둥근 모서리 38">
            <a:extLst xmlns:a="http://schemas.openxmlformats.org/drawingml/2006/main">
              <a:ext uri="{FF2B5EF4-FFF2-40B4-BE49-F238E27FC236}">
                <a16:creationId xmlns:a16="http://schemas.microsoft.com/office/drawing/2014/main" id="{D6695030-0136-4AFF-8457-7E301F0A8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571750"/>
            <a:ext cx="1047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2F8F7"/>
          </a:solidFill>
          <a:ln xmlns:a="http://schemas.openxmlformats.org/drawingml/2006/main" w="9525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NT-07</a:t>
            </a:r>
          </a:p>
          <a:p xmlns:a="http://schemas.openxmlformats.org/drawingml/2006/main">
            <a:pPr algn="ctr">
              <a:buNone/>
              <a:defRPr sz="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재시도</a:t>
            </a:r>
          </a:p>
        </p:txBody>
      </p:sp>
      <p:sp>
        <p:nvSpPr>
          <p:cNvPr id="40" name="화살표: 오른쪽 39">
            <a:extLst xmlns:a="http://schemas.openxmlformats.org/drawingml/2006/main">
              <a:ext uri="{FF2B5EF4-FFF2-40B4-BE49-F238E27FC236}">
                <a16:creationId xmlns:a16="http://schemas.microsoft.com/office/drawing/2014/main" id="{79BC46C5-03D0-4BB4-B21D-E64D8A5BD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448050"/>
            <a:ext cx="190500" cy="1238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B7470"/>
          </a:solidFill>
          <a:ln xmlns:a="http://schemas.openxmlformats.org/drawingml/2006/main" w="0">
            <a:solidFill>
              <a:srgbClr val="5B7470"/>
            </a:solidFill>
            <a:prstDash val="solid"/>
          </a:ln>
        </p:spPr>
      </p:sp>
      <p:sp>
        <p:nvSpPr>
          <p:cNvPr id="41" name="화살표: 오른쪽 40">
            <a:extLst xmlns:a="http://schemas.openxmlformats.org/drawingml/2006/main">
              <a:ext uri="{FF2B5EF4-FFF2-40B4-BE49-F238E27FC236}">
                <a16:creationId xmlns:a16="http://schemas.microsoft.com/office/drawing/2014/main" id="{CAB33FED-3D7F-479D-997E-4B2864A08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448050"/>
            <a:ext cx="190500" cy="1238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B7470"/>
          </a:solidFill>
          <a:ln xmlns:a="http://schemas.openxmlformats.org/drawingml/2006/main" w="0">
            <a:solidFill>
              <a:srgbClr val="5B7470"/>
            </a:solidFill>
            <a:prstDash val="solid"/>
          </a:ln>
        </p:spPr>
      </p:sp>
      <p:sp>
        <p:nvSpPr>
          <p:cNvPr id="42" name="타원 41">
            <a:extLst xmlns:a="http://schemas.openxmlformats.org/drawingml/2006/main">
              <a:ext uri="{FF2B5EF4-FFF2-40B4-BE49-F238E27FC236}">
                <a16:creationId xmlns:a16="http://schemas.microsoft.com/office/drawing/2014/main" id="{F850A7AD-683A-468E-B5E0-0B8CE679C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3909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7A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사각형: 둥근 모서리 42">
            <a:extLst xmlns:a="http://schemas.openxmlformats.org/drawingml/2006/main">
              <a:ext uri="{FF2B5EF4-FFF2-40B4-BE49-F238E27FC236}">
                <a16:creationId xmlns:a16="http://schemas.microsoft.com/office/drawing/2014/main" id="{70A320B2-C796-4D07-B97A-554E3218B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390900"/>
            <a:ext cx="247650" cy="247650"/>
          </a:xfrm>
          <a:prstGeom xmlns:a="http://schemas.openxmlformats.org/drawingml/2006/main" prst="roundRect">
            <a:avLst>
              <a:gd name="adj" fmla="val 3076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44" name="사각형: 둥근 모서리 43">
            <a:extLst xmlns:a="http://schemas.openxmlformats.org/drawingml/2006/main">
              <a:ext uri="{FF2B5EF4-FFF2-40B4-BE49-F238E27FC236}">
                <a16:creationId xmlns:a16="http://schemas.microsoft.com/office/drawing/2014/main" id="{416838C2-B1C2-4211-A461-04C9A7685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238500"/>
            <a:ext cx="10668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67A73"/>
          </a:solidFill>
          <a:ln xmlns:a="http://schemas.openxmlformats.org/drawingml/2006/main" w="9525">
            <a:solidFill>
              <a:srgbClr val="267A73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3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듣기·정지 / 종료</a:t>
            </a:r>
          </a:p>
        </p:txBody>
      </p:sp>
      <p:sp>
        <p:nvSpPr>
          <p:cNvPr id="45" name="사각형: 둥근 모서리 44">
            <a:extLst xmlns:a="http://schemas.openxmlformats.org/drawingml/2006/main">
              <a:ext uri="{FF2B5EF4-FFF2-40B4-BE49-F238E27FC236}">
                <a16:creationId xmlns:a16="http://schemas.microsoft.com/office/drawing/2014/main" id="{DA36BA13-1B08-488A-8977-AD05556CA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238500"/>
            <a:ext cx="14668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TTS를 제어하거나 대화를 마감해 기록을 반영</a:t>
            </a:r>
          </a:p>
        </p:txBody>
      </p:sp>
      <p:sp>
        <p:nvSpPr>
          <p:cNvPr id="46" name="사각형: 둥근 모서리 45">
            <a:extLst xmlns:a="http://schemas.openxmlformats.org/drawingml/2006/main">
              <a:ext uri="{FF2B5EF4-FFF2-40B4-BE49-F238E27FC236}">
                <a16:creationId xmlns:a16="http://schemas.microsoft.com/office/drawing/2014/main" id="{58B4B295-93C9-45EA-BB7F-CBCE519E0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238500"/>
            <a:ext cx="1047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4F2"/>
          </a:solidFill>
          <a:ln xmlns:a="http://schemas.openxmlformats.org/drawingml/2006/main" w="14288">
            <a:solidFill>
              <a:srgbClr val="267A73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NT-08</a:t>
            </a:r>
          </a:p>
          <a:p xmlns:a="http://schemas.openxmlformats.org/drawingml/2006/main">
            <a:pPr algn="ctr">
              <a:buNone/>
              <a:defRPr sz="900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267A73"/>
                </a:solidFill>
                <a:latin typeface="Malgun Gothic"/>
                <a:ea typeface="Malgun Gothic"/>
                <a:cs typeface="Malgun Gothic"/>
              </a:rPr>
              <a:t>대시보드</a:t>
            </a:r>
          </a:p>
        </p:txBody>
      </p:sp>
      <p:sp>
        <p:nvSpPr>
          <p:cNvPr id="47" name="화살표: 오른쪽 46">
            <a:extLst xmlns:a="http://schemas.openxmlformats.org/drawingml/2006/main">
              <a:ext uri="{FF2B5EF4-FFF2-40B4-BE49-F238E27FC236}">
                <a16:creationId xmlns:a16="http://schemas.microsoft.com/office/drawing/2014/main" id="{80232191-DAA0-41B3-90C1-755021304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114800"/>
            <a:ext cx="190500" cy="1238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B7470"/>
          </a:solidFill>
          <a:ln xmlns:a="http://schemas.openxmlformats.org/drawingml/2006/main" w="0">
            <a:solidFill>
              <a:srgbClr val="5B7470"/>
            </a:solidFill>
            <a:prstDash val="solid"/>
          </a:ln>
        </p:spPr>
      </p:sp>
      <p:sp>
        <p:nvSpPr>
          <p:cNvPr id="48" name="화살표: 오른쪽 47">
            <a:extLst xmlns:a="http://schemas.openxmlformats.org/drawingml/2006/main">
              <a:ext uri="{FF2B5EF4-FFF2-40B4-BE49-F238E27FC236}">
                <a16:creationId xmlns:a16="http://schemas.microsoft.com/office/drawing/2014/main" id="{CF23D9A9-A785-411C-A524-F2BDDEFDA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114800"/>
            <a:ext cx="190500" cy="1238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B7470"/>
          </a:solidFill>
          <a:ln xmlns:a="http://schemas.openxmlformats.org/drawingml/2006/main" w="0">
            <a:solidFill>
              <a:srgbClr val="5B7470"/>
            </a:solidFill>
            <a:prstDash val="solid"/>
          </a:ln>
        </p:spPr>
      </p:sp>
      <p:sp>
        <p:nvSpPr>
          <p:cNvPr id="49" name="타원 48">
            <a:extLst xmlns:a="http://schemas.openxmlformats.org/drawingml/2006/main">
              <a:ext uri="{FF2B5EF4-FFF2-40B4-BE49-F238E27FC236}">
                <a16:creationId xmlns:a16="http://schemas.microsoft.com/office/drawing/2014/main" id="{CD75B054-2BCF-4DCA-B295-E893FA2CD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0576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74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사각형: 둥근 모서리 49">
            <a:extLst xmlns:a="http://schemas.openxmlformats.org/drawingml/2006/main">
              <a:ext uri="{FF2B5EF4-FFF2-40B4-BE49-F238E27FC236}">
                <a16:creationId xmlns:a16="http://schemas.microsoft.com/office/drawing/2014/main" id="{A9F02E1F-4DFF-454A-967B-80514B7B5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057650"/>
            <a:ext cx="247650" cy="247650"/>
          </a:xfrm>
          <a:prstGeom xmlns:a="http://schemas.openxmlformats.org/drawingml/2006/main" prst="roundRect">
            <a:avLst>
              <a:gd name="adj" fmla="val 3076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51" name="사각형: 둥근 모서리 50">
            <a:extLst xmlns:a="http://schemas.openxmlformats.org/drawingml/2006/main">
              <a:ext uri="{FF2B5EF4-FFF2-40B4-BE49-F238E27FC236}">
                <a16:creationId xmlns:a16="http://schemas.microsoft.com/office/drawing/2014/main" id="{EAEC7D32-873E-4D19-BB57-56D921DA9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905250"/>
            <a:ext cx="10668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67A73"/>
          </a:solidFill>
          <a:ln xmlns:a="http://schemas.openxmlformats.org/drawingml/2006/main" w="9525">
            <a:solidFill>
              <a:srgbClr val="267A73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3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대시보드 막대</a:t>
            </a:r>
          </a:p>
        </p:txBody>
      </p:sp>
      <p:sp>
        <p:nvSpPr>
          <p:cNvPr id="52" name="사각형: 둥근 모서리 51">
            <a:extLst xmlns:a="http://schemas.openxmlformats.org/drawingml/2006/main">
              <a:ext uri="{FF2B5EF4-FFF2-40B4-BE49-F238E27FC236}">
                <a16:creationId xmlns:a16="http://schemas.microsoft.com/office/drawing/2014/main" id="{C02686B4-9D9E-4134-B03D-96BFFA6E9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905250"/>
            <a:ext cx="14668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갈망 4단계 중첩·AUQ X/56·이벤트 건수를 표시</a:t>
            </a:r>
          </a:p>
        </p:txBody>
      </p:sp>
      <p:sp>
        <p:nvSpPr>
          <p:cNvPr id="53" name="사각형: 둥근 모서리 52">
            <a:extLst xmlns:a="http://schemas.openxmlformats.org/drawingml/2006/main">
              <a:ext uri="{FF2B5EF4-FFF2-40B4-BE49-F238E27FC236}">
                <a16:creationId xmlns:a16="http://schemas.microsoft.com/office/drawing/2014/main" id="{CEA83FB5-3488-4E0E-B863-1BBF6A578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905250"/>
            <a:ext cx="1047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2F8F7"/>
          </a:solidFill>
          <a:ln xmlns:a="http://schemas.openxmlformats.org/drawingml/2006/main" w="9525">
            <a:solidFill>
              <a:srgbClr val="C7DED9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NT-08</a:t>
            </a:r>
          </a:p>
          <a:p xmlns:a="http://schemas.openxmlformats.org/drawingml/2006/main">
            <a:pPr algn="ctr">
              <a:buNone/>
              <a:defRPr sz="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72A46"/>
                </a:solidFill>
                <a:latin typeface="Malgun Gothic"/>
                <a:ea typeface="Malgun Gothic"/>
                <a:cs typeface="Malgun Gothic"/>
              </a:rPr>
              <a:t>유지</a:t>
            </a:r>
          </a:p>
        </p:txBody>
      </p:sp>
    </p:spTree>
    <p:extLst>
      <p:ext uri="{BB962C8B-B14F-4D97-AF65-F5344CB8AC3E}">
        <p14:creationId xmlns:p14="http://schemas.microsoft.com/office/powerpoint/2010/main" val="473944734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2026-07-18T05:13:15.2530000Z</dcterms:created>
  <dcterms:modified xsi:type="dcterms:W3CDTF">2026-07-18T05:13:15.2530000Z</dcterms:modified>
</coreProperties>
</file>