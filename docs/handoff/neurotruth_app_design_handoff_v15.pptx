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  <p:sldId id="264" r:id="rId11"/>
    <p:sldId id="266" r:id="rId12"/>
    <p:sldId id="273" r:id="rId13"/>
    <p:sldId id="267" r:id="rId14"/>
    <p:sldId id="268" r:id="rId15"/>
    <p:sldId id="269" r:id="rId16"/>
    <p:sldId id="271" r:id="rId17"/>
    <p:sldId id="272" r:id="rId18"/>
  </p:sldIdLst>
  <p:sldSz cx="9144000" cy="5143500" type="screen16x9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201" d="100"/>
          <a:sy n="201" d="100"/>
        </p:scale>
        <p:origin x="65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718393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29198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462816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082811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868441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001073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jpg"/><Relationship Id="rId4" Type="http://schemas.openxmlformats.org/officeDocument/2006/relationships/image" Target="../media/image20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jpg"/><Relationship Id="rId5" Type="http://schemas.openxmlformats.org/officeDocument/2006/relationships/image" Target="../media/image24.jpg"/><Relationship Id="rId4" Type="http://schemas.openxmlformats.org/officeDocument/2006/relationships/image" Target="../media/image23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jpg"/><Relationship Id="rId5" Type="http://schemas.openxmlformats.org/officeDocument/2006/relationships/image" Target="../media/image28.jpg"/><Relationship Id="rId4" Type="http://schemas.openxmlformats.org/officeDocument/2006/relationships/image" Target="../media/image2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76F9288-9278-45A2-B426-97AE2FDE2A5E}"/>
              </a:ext>
            </a:extLst>
          </p:cNvPr>
          <p:cNvSpPr>
            <a:spLocks noGrp="1"/>
          </p:cNvSpPr>
          <p:nvPr/>
        </p:nvSpPr>
        <p:spPr>
          <a:xfrm>
            <a:off x="0" y="18288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NeuroTruth 통합 사용자 흐름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2637CE6-A38D-4325-9EEA-9F7B6D02F802}"/>
              </a:ext>
            </a:extLst>
          </p:cNvPr>
          <p:cNvSpPr>
            <a:spLocks noGrp="1"/>
          </p:cNvSpPr>
          <p:nvPr/>
        </p:nvSpPr>
        <p:spPr>
          <a:xfrm>
            <a:off x="0" y="621792"/>
            <a:ext cx="9144000" cy="32004"/>
          </a:xfrm>
          <a:prstGeom prst="rect">
            <a:avLst/>
          </a:prstGeom>
          <a:solidFill>
            <a:srgbClr val="267A73"/>
          </a:solidFill>
          <a:ln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8A19A78-E81E-4D81-8E6A-CCA63F3A9A25}"/>
              </a:ext>
            </a:extLst>
          </p:cNvPr>
          <p:cNvSpPr>
            <a:spLocks noGrp="1"/>
          </p:cNvSpPr>
          <p:nvPr/>
        </p:nvSpPr>
        <p:spPr>
          <a:xfrm>
            <a:off x="8641080" y="484632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19CD9CD5-EAEB-4911-B63F-79FA7D53F8AD}"/>
              </a:ext>
            </a:extLst>
          </p:cNvPr>
          <p:cNvSpPr>
            <a:spLocks noGrp="1"/>
          </p:cNvSpPr>
          <p:nvPr/>
        </p:nvSpPr>
        <p:spPr>
          <a:xfrm>
            <a:off x="2266950" y="1438275"/>
            <a:ext cx="3429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1CD7398B-9179-4ED7-8C07-7B9AF03F5E0F}"/>
              </a:ext>
            </a:extLst>
          </p:cNvPr>
          <p:cNvSpPr>
            <a:spLocks noGrp="1"/>
          </p:cNvSpPr>
          <p:nvPr/>
        </p:nvSpPr>
        <p:spPr>
          <a:xfrm>
            <a:off x="4095750" y="1438275"/>
            <a:ext cx="3429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ADCC4C19-A8C6-4D1E-8CAA-8E508CBD7307}"/>
              </a:ext>
            </a:extLst>
          </p:cNvPr>
          <p:cNvSpPr>
            <a:spLocks noGrp="1"/>
          </p:cNvSpPr>
          <p:nvPr/>
        </p:nvSpPr>
        <p:spPr>
          <a:xfrm>
            <a:off x="5924550" y="1438275"/>
            <a:ext cx="3429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9" name="화살표: 아래쪽 8">
            <a:extLst>
              <a:ext uri="{FF2B5EF4-FFF2-40B4-BE49-F238E27FC236}">
                <a16:creationId xmlns:a16="http://schemas.microsoft.com/office/drawing/2014/main" id="{48A79B49-8608-44A2-9635-0FC2803292D4}"/>
              </a:ext>
            </a:extLst>
          </p:cNvPr>
          <p:cNvSpPr>
            <a:spLocks noGrp="1"/>
          </p:cNvSpPr>
          <p:nvPr/>
        </p:nvSpPr>
        <p:spPr>
          <a:xfrm>
            <a:off x="6991350" y="1885950"/>
            <a:ext cx="123825" cy="438150"/>
          </a:xfrm>
          <a:prstGeom prst="down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10" name="화살표: 왼쪽 9">
            <a:extLst>
              <a:ext uri="{FF2B5EF4-FFF2-40B4-BE49-F238E27FC236}">
                <a16:creationId xmlns:a16="http://schemas.microsoft.com/office/drawing/2014/main" id="{7D3C4FDA-FB8E-4404-B0C6-1D3CEC8F5D5B}"/>
              </a:ext>
            </a:extLst>
          </p:cNvPr>
          <p:cNvSpPr>
            <a:spLocks noGrp="1"/>
          </p:cNvSpPr>
          <p:nvPr/>
        </p:nvSpPr>
        <p:spPr>
          <a:xfrm>
            <a:off x="2381250" y="2686050"/>
            <a:ext cx="304800" cy="123825"/>
          </a:xfrm>
          <a:prstGeom prst="lef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11" name="화살표: 왼쪽 10">
            <a:extLst>
              <a:ext uri="{FF2B5EF4-FFF2-40B4-BE49-F238E27FC236}">
                <a16:creationId xmlns:a16="http://schemas.microsoft.com/office/drawing/2014/main" id="{6AD5204A-037D-4741-95CB-5F5A1C9C34CF}"/>
              </a:ext>
            </a:extLst>
          </p:cNvPr>
          <p:cNvSpPr>
            <a:spLocks noGrp="1"/>
          </p:cNvSpPr>
          <p:nvPr/>
        </p:nvSpPr>
        <p:spPr>
          <a:xfrm>
            <a:off x="4171950" y="2686050"/>
            <a:ext cx="304800" cy="123825"/>
          </a:xfrm>
          <a:prstGeom prst="lef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12" name="화살표: 왼쪽 11">
            <a:extLst>
              <a:ext uri="{FF2B5EF4-FFF2-40B4-BE49-F238E27FC236}">
                <a16:creationId xmlns:a16="http://schemas.microsoft.com/office/drawing/2014/main" id="{B0E100AB-EFFD-433F-A2D1-0AFDFA21E5F4}"/>
              </a:ext>
            </a:extLst>
          </p:cNvPr>
          <p:cNvSpPr>
            <a:spLocks noGrp="1"/>
          </p:cNvSpPr>
          <p:nvPr/>
        </p:nvSpPr>
        <p:spPr>
          <a:xfrm>
            <a:off x="5962650" y="2686050"/>
            <a:ext cx="304800" cy="123825"/>
          </a:xfrm>
          <a:prstGeom prst="lef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B258BFE5-4096-4DC9-99F0-A958FE2DB004}"/>
              </a:ext>
            </a:extLst>
          </p:cNvPr>
          <p:cNvSpPr>
            <a:spLocks noGrp="1"/>
          </p:cNvSpPr>
          <p:nvPr/>
        </p:nvSpPr>
        <p:spPr>
          <a:xfrm>
            <a:off x="895350" y="1028700"/>
            <a:ext cx="1047750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buNone/>
              <a:def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① 진입 →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D3D29FB-B545-4B03-A522-59C2C4576656}"/>
              </a:ext>
            </a:extLst>
          </p:cNvPr>
          <p:cNvSpPr>
            <a:spLocks noGrp="1"/>
          </p:cNvSpPr>
          <p:nvPr/>
        </p:nvSpPr>
        <p:spPr>
          <a:xfrm>
            <a:off x="895350" y="2228850"/>
            <a:ext cx="1333500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buNone/>
              <a:def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② 알림 흐름 ←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25DD3604-034D-4654-AAC3-B6CD9FC1CD66}"/>
              </a:ext>
            </a:extLst>
          </p:cNvPr>
          <p:cNvSpPr>
            <a:spLocks noGrp="1"/>
          </p:cNvSpPr>
          <p:nvPr/>
        </p:nvSpPr>
        <p:spPr>
          <a:xfrm>
            <a:off x="895350" y="1200150"/>
            <a:ext cx="1371600" cy="609600"/>
          </a:xfrm>
          <a:prstGeom prst="roundRect">
            <a:avLst>
              <a:gd name="adj" fmla="val 12500"/>
            </a:avLst>
          </a:prstGeom>
          <a:solidFill>
            <a:srgbClr val="F2F8F7"/>
          </a:solidFill>
          <a:ln w="9525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541BB24B-5938-4571-8259-05CC1740F93B}"/>
              </a:ext>
            </a:extLst>
          </p:cNvPr>
          <p:cNvSpPr>
            <a:spLocks noGrp="1"/>
          </p:cNvSpPr>
          <p:nvPr/>
        </p:nvSpPr>
        <p:spPr>
          <a:xfrm>
            <a:off x="971550" y="1266825"/>
            <a:ext cx="1219200" cy="247650"/>
          </a:xfrm>
          <a:prstGeom prst="roundRect">
            <a:avLst>
              <a:gd name="adj" fmla="val 3076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제품 안내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52FBA82-2F27-4992-819D-BD570B765B31}"/>
              </a:ext>
            </a:extLst>
          </p:cNvPr>
          <p:cNvSpPr>
            <a:spLocks noGrp="1"/>
          </p:cNvSpPr>
          <p:nvPr/>
        </p:nvSpPr>
        <p:spPr>
          <a:xfrm>
            <a:off x="971550" y="1524000"/>
            <a:ext cx="1219200" cy="228600"/>
          </a:xfrm>
          <a:prstGeom prst="roundRect">
            <a:avLst>
              <a:gd name="adj" fmla="val 33333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NT-01 · 대상·한계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EC50D728-AADD-4D96-877A-7F09CF1F833F}"/>
              </a:ext>
            </a:extLst>
          </p:cNvPr>
          <p:cNvSpPr>
            <a:spLocks noGrp="1"/>
          </p:cNvSpPr>
          <p:nvPr/>
        </p:nvSpPr>
        <p:spPr>
          <a:xfrm>
            <a:off x="2609850" y="1200150"/>
            <a:ext cx="1485900" cy="609600"/>
          </a:xfrm>
          <a:prstGeom prst="roundRect">
            <a:avLst>
              <a:gd name="adj" fmla="val 12500"/>
            </a:avLst>
          </a:prstGeom>
          <a:solidFill>
            <a:srgbClr val="F2F8F7"/>
          </a:solidFill>
          <a:ln w="9525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49C20932-61AB-4606-ADDC-6E46B9121B71}"/>
              </a:ext>
            </a:extLst>
          </p:cNvPr>
          <p:cNvSpPr>
            <a:spLocks noGrp="1"/>
          </p:cNvSpPr>
          <p:nvPr/>
        </p:nvSpPr>
        <p:spPr>
          <a:xfrm>
            <a:off x="2686050" y="1266825"/>
            <a:ext cx="1333500" cy="247650"/>
          </a:xfrm>
          <a:prstGeom prst="roundRect">
            <a:avLst>
              <a:gd name="adj" fmla="val 3076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가입 · 로그인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7A2DED61-086C-43B7-A963-C2EECDF12DDC}"/>
              </a:ext>
            </a:extLst>
          </p:cNvPr>
          <p:cNvSpPr>
            <a:spLocks noGrp="1"/>
          </p:cNvSpPr>
          <p:nvPr/>
        </p:nvSpPr>
        <p:spPr>
          <a:xfrm>
            <a:off x="2686050" y="1524000"/>
            <a:ext cx="1333500" cy="228600"/>
          </a:xfrm>
          <a:prstGeom prst="roundRect">
            <a:avLst>
              <a:gd name="adj" fmla="val 33333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NT-02 · 환자 가입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48EA3D74-10CE-4C0E-A5CE-FC9A69E97560}"/>
              </a:ext>
            </a:extLst>
          </p:cNvPr>
          <p:cNvSpPr>
            <a:spLocks noGrp="1"/>
          </p:cNvSpPr>
          <p:nvPr/>
        </p:nvSpPr>
        <p:spPr>
          <a:xfrm>
            <a:off x="4438650" y="1200150"/>
            <a:ext cx="1485900" cy="609600"/>
          </a:xfrm>
          <a:prstGeom prst="roundRect">
            <a:avLst>
              <a:gd name="adj" fmla="val 12500"/>
            </a:avLst>
          </a:prstGeom>
          <a:solidFill>
            <a:srgbClr val="F2F8F7"/>
          </a:solidFill>
          <a:ln w="9525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D3EA8F24-849E-41AF-82BA-52FC1017EA83}"/>
              </a:ext>
            </a:extLst>
          </p:cNvPr>
          <p:cNvSpPr>
            <a:spLocks noGrp="1"/>
          </p:cNvSpPr>
          <p:nvPr/>
        </p:nvSpPr>
        <p:spPr>
          <a:xfrm>
            <a:off x="4514850" y="1266825"/>
            <a:ext cx="1333500" cy="247650"/>
          </a:xfrm>
          <a:prstGeom prst="roundRect">
            <a:avLst>
              <a:gd name="adj" fmla="val 3076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동의 · 권한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CF65614B-575B-4F1D-B77B-3EA4311F5413}"/>
              </a:ext>
            </a:extLst>
          </p:cNvPr>
          <p:cNvSpPr>
            <a:spLocks noGrp="1"/>
          </p:cNvSpPr>
          <p:nvPr/>
        </p:nvSpPr>
        <p:spPr>
          <a:xfrm>
            <a:off x="4514850" y="1524000"/>
            <a:ext cx="1333500" cy="228600"/>
          </a:xfrm>
          <a:prstGeom prst="roundRect">
            <a:avLst>
              <a:gd name="adj" fmla="val 33333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NT-03 · 필수·선택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F3623BE0-9CE9-4057-B068-A85B9E8696F7}"/>
              </a:ext>
            </a:extLst>
          </p:cNvPr>
          <p:cNvSpPr>
            <a:spLocks noGrp="1"/>
          </p:cNvSpPr>
          <p:nvPr/>
        </p:nvSpPr>
        <p:spPr>
          <a:xfrm>
            <a:off x="6267450" y="1200150"/>
            <a:ext cx="1485900" cy="609600"/>
          </a:xfrm>
          <a:prstGeom prst="roundRect">
            <a:avLst>
              <a:gd name="adj" fmla="val 12500"/>
            </a:avLst>
          </a:prstGeom>
          <a:solidFill>
            <a:srgbClr val="EAF4F2"/>
          </a:solidFill>
          <a:ln w="19050">
            <a:solidFill>
              <a:srgbClr val="267A73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D2D7FD20-B14B-42C2-856A-BA3C8F5BC454}"/>
              </a:ext>
            </a:extLst>
          </p:cNvPr>
          <p:cNvSpPr>
            <a:spLocks noGrp="1"/>
          </p:cNvSpPr>
          <p:nvPr/>
        </p:nvSpPr>
        <p:spPr>
          <a:xfrm>
            <a:off x="6343650" y="1266825"/>
            <a:ext cx="1333500" cy="247650"/>
          </a:xfrm>
          <a:prstGeom prst="roundRect">
            <a:avLst>
              <a:gd name="adj" fmla="val 3076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홈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988DCCFD-0648-4EDB-A4FC-7362D5E8491E}"/>
              </a:ext>
            </a:extLst>
          </p:cNvPr>
          <p:cNvSpPr>
            <a:spLocks noGrp="1"/>
          </p:cNvSpPr>
          <p:nvPr/>
        </p:nvSpPr>
        <p:spPr>
          <a:xfrm>
            <a:off x="6343650" y="1524000"/>
            <a:ext cx="1333500" cy="228600"/>
          </a:xfrm>
          <a:prstGeom prst="roundRect">
            <a:avLst>
              <a:gd name="adj" fmla="val 33333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NT-04 · 상태·Watch·얼굴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CA7C973-6B29-4C80-98BE-5F3515943E54}"/>
              </a:ext>
            </a:extLst>
          </p:cNvPr>
          <p:cNvSpPr>
            <a:spLocks noGrp="1"/>
          </p:cNvSpPr>
          <p:nvPr/>
        </p:nvSpPr>
        <p:spPr>
          <a:xfrm>
            <a:off x="6267450" y="2400300"/>
            <a:ext cx="1485900" cy="609600"/>
          </a:xfrm>
          <a:prstGeom prst="roundRect">
            <a:avLst>
              <a:gd name="adj" fmla="val 12500"/>
            </a:avLst>
          </a:prstGeom>
          <a:solidFill>
            <a:srgbClr val="F2F8F7"/>
          </a:solidFill>
          <a:ln w="9525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F917D1B0-F4A0-4169-B4A4-36B91E3BE0BD}"/>
              </a:ext>
            </a:extLst>
          </p:cNvPr>
          <p:cNvSpPr>
            <a:spLocks noGrp="1"/>
          </p:cNvSpPr>
          <p:nvPr/>
        </p:nvSpPr>
        <p:spPr>
          <a:xfrm>
            <a:off x="6343650" y="2466975"/>
            <a:ext cx="1333500" cy="247650"/>
          </a:xfrm>
          <a:prstGeom prst="roundRect">
            <a:avLst>
              <a:gd name="adj" fmla="val 3076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갈망 알림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9F9B7B90-20D9-4D2E-AE4D-58EA9D2FEE09}"/>
              </a:ext>
            </a:extLst>
          </p:cNvPr>
          <p:cNvSpPr>
            <a:spLocks noGrp="1"/>
          </p:cNvSpPr>
          <p:nvPr/>
        </p:nvSpPr>
        <p:spPr>
          <a:xfrm>
            <a:off x="6343650" y="2724150"/>
            <a:ext cx="1333500" cy="228600"/>
          </a:xfrm>
          <a:prstGeom prst="roundRect">
            <a:avLst>
              <a:gd name="adj" fmla="val 33333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NT-05 · 지금/나중에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46202D0F-B84A-4495-83BF-3080CA50453D}"/>
              </a:ext>
            </a:extLst>
          </p:cNvPr>
          <p:cNvSpPr>
            <a:spLocks noGrp="1"/>
          </p:cNvSpPr>
          <p:nvPr/>
        </p:nvSpPr>
        <p:spPr>
          <a:xfrm>
            <a:off x="4476750" y="2400300"/>
            <a:ext cx="1485900" cy="609600"/>
          </a:xfrm>
          <a:prstGeom prst="roundRect">
            <a:avLst>
              <a:gd name="adj" fmla="val 12500"/>
            </a:avLst>
          </a:prstGeom>
          <a:solidFill>
            <a:srgbClr val="F2F8F7"/>
          </a:solidFill>
          <a:ln w="9525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E424603D-4AE1-4D71-8929-8561F40055A0}"/>
              </a:ext>
            </a:extLst>
          </p:cNvPr>
          <p:cNvSpPr>
            <a:spLocks noGrp="1"/>
          </p:cNvSpPr>
          <p:nvPr/>
        </p:nvSpPr>
        <p:spPr>
          <a:xfrm>
            <a:off x="4552950" y="2466975"/>
            <a:ext cx="1333500" cy="247650"/>
          </a:xfrm>
          <a:prstGeom prst="roundRect">
            <a:avLst>
              <a:gd name="adj" fmla="val 3076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AUQ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934D7584-C54E-4483-AC32-CB9669EB69A1}"/>
              </a:ext>
            </a:extLst>
          </p:cNvPr>
          <p:cNvSpPr>
            <a:spLocks noGrp="1"/>
          </p:cNvSpPr>
          <p:nvPr/>
        </p:nvSpPr>
        <p:spPr>
          <a:xfrm>
            <a:off x="4552950" y="2724150"/>
            <a:ext cx="1333500" cy="228600"/>
          </a:xfrm>
          <a:prstGeom prst="roundRect">
            <a:avLst>
              <a:gd name="adj" fmla="val 33333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NT-06 · 8문항·7단계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62A3B3D8-ABF1-42A6-AD4B-07D4A8DBD651}"/>
              </a:ext>
            </a:extLst>
          </p:cNvPr>
          <p:cNvSpPr>
            <a:spLocks noGrp="1"/>
          </p:cNvSpPr>
          <p:nvPr/>
        </p:nvSpPr>
        <p:spPr>
          <a:xfrm>
            <a:off x="2686050" y="2400300"/>
            <a:ext cx="1485900" cy="609600"/>
          </a:xfrm>
          <a:prstGeom prst="roundRect">
            <a:avLst>
              <a:gd name="adj" fmla="val 12500"/>
            </a:avLst>
          </a:prstGeom>
          <a:solidFill>
            <a:srgbClr val="EAF4F2"/>
          </a:solidFill>
          <a:ln w="19050">
            <a:solidFill>
              <a:srgbClr val="267A73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3AF5DA80-8DDA-4EF5-9C6D-12B12D55AFD4}"/>
              </a:ext>
            </a:extLst>
          </p:cNvPr>
          <p:cNvSpPr>
            <a:spLocks noGrp="1"/>
          </p:cNvSpPr>
          <p:nvPr/>
        </p:nvSpPr>
        <p:spPr>
          <a:xfrm>
            <a:off x="2762250" y="2466975"/>
            <a:ext cx="1333500" cy="247650"/>
          </a:xfrm>
          <a:prstGeom prst="roundRect">
            <a:avLst>
              <a:gd name="adj" fmla="val 3076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AI 챗봇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B761D980-7F2C-4B1F-B479-DC51A7AB41D5}"/>
              </a:ext>
            </a:extLst>
          </p:cNvPr>
          <p:cNvSpPr>
            <a:spLocks noGrp="1"/>
          </p:cNvSpPr>
          <p:nvPr/>
        </p:nvSpPr>
        <p:spPr>
          <a:xfrm>
            <a:off x="2762250" y="2724150"/>
            <a:ext cx="1333500" cy="228600"/>
          </a:xfrm>
          <a:prstGeom prst="roundRect">
            <a:avLst>
              <a:gd name="adj" fmla="val 33333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NT-07 · 텍스트·STT·TTS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21411EBD-17E8-425F-B157-C12BB11E2087}"/>
              </a:ext>
            </a:extLst>
          </p:cNvPr>
          <p:cNvSpPr>
            <a:spLocks noGrp="1"/>
          </p:cNvSpPr>
          <p:nvPr/>
        </p:nvSpPr>
        <p:spPr>
          <a:xfrm>
            <a:off x="895350" y="2400300"/>
            <a:ext cx="1485900" cy="609600"/>
          </a:xfrm>
          <a:prstGeom prst="roundRect">
            <a:avLst>
              <a:gd name="adj" fmla="val 12500"/>
            </a:avLst>
          </a:prstGeom>
          <a:solidFill>
            <a:srgbClr val="F2F8F7"/>
          </a:solidFill>
          <a:ln w="9525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D5445FD3-4127-4278-A0EA-D30D866E2A31}"/>
              </a:ext>
            </a:extLst>
          </p:cNvPr>
          <p:cNvSpPr>
            <a:spLocks noGrp="1"/>
          </p:cNvSpPr>
          <p:nvPr/>
        </p:nvSpPr>
        <p:spPr>
          <a:xfrm>
            <a:off x="971550" y="2466975"/>
            <a:ext cx="1333500" cy="247650"/>
          </a:xfrm>
          <a:prstGeom prst="roundRect">
            <a:avLst>
              <a:gd name="adj" fmla="val 3076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대시보드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9E4C9A59-BB85-4438-AA91-781551EA010A}"/>
              </a:ext>
            </a:extLst>
          </p:cNvPr>
          <p:cNvSpPr>
            <a:spLocks noGrp="1"/>
          </p:cNvSpPr>
          <p:nvPr/>
        </p:nvSpPr>
        <p:spPr>
          <a:xfrm>
            <a:off x="971550" y="2724150"/>
            <a:ext cx="1333500" cy="228600"/>
          </a:xfrm>
          <a:prstGeom prst="roundRect">
            <a:avLst>
              <a:gd name="adj" fmla="val 33333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NT-08 · 단계·이벤트·AUQ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AAF23ABB-9220-4A71-90D6-04750CE2D40C}"/>
              </a:ext>
            </a:extLst>
          </p:cNvPr>
          <p:cNvSpPr>
            <a:spLocks noGrp="1"/>
          </p:cNvSpPr>
          <p:nvPr/>
        </p:nvSpPr>
        <p:spPr>
          <a:xfrm>
            <a:off x="6096000" y="3067050"/>
            <a:ext cx="2095500" cy="228600"/>
          </a:xfrm>
          <a:prstGeom prst="roundRect">
            <a:avLst>
              <a:gd name="adj" fmla="val 33333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나중에 선택하면 홈을 유지합니다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94452F7B-E08F-402D-8A12-40D8AE92D9B9}"/>
              </a:ext>
            </a:extLst>
          </p:cNvPr>
          <p:cNvSpPr>
            <a:spLocks noGrp="1"/>
          </p:cNvSpPr>
          <p:nvPr/>
        </p:nvSpPr>
        <p:spPr>
          <a:xfrm>
            <a:off x="323850" y="3638550"/>
            <a:ext cx="270510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A986342D-E783-4C11-8AE8-5982430E8B39}"/>
              </a:ext>
            </a:extLst>
          </p:cNvPr>
          <p:cNvSpPr>
            <a:spLocks noGrp="1"/>
          </p:cNvSpPr>
          <p:nvPr/>
        </p:nvSpPr>
        <p:spPr>
          <a:xfrm>
            <a:off x="476250" y="3733800"/>
            <a:ext cx="2400300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NT-04 · 홈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194C6127-E84F-4891-9886-82DC0D396848}"/>
              </a:ext>
            </a:extLst>
          </p:cNvPr>
          <p:cNvSpPr>
            <a:spLocks noGrp="1"/>
          </p:cNvSpPr>
          <p:nvPr/>
        </p:nvSpPr>
        <p:spPr>
          <a:xfrm>
            <a:off x="476250" y="4057650"/>
            <a:ext cx="2400300" cy="266700"/>
          </a:xfrm>
          <a:prstGeom prst="roundRect">
            <a:avLst>
              <a:gd name="adj" fmla="val 28571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t"/>
          <a:lstStyle/>
          <a:p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프로필 · 갈망 · Watch</a:t>
            </a:r>
          </a:p>
          <a:p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NT-09 설정: 우측 상단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F8FFF9D1-9AC0-4503-B9D0-872D47053D7E}"/>
              </a:ext>
            </a:extLst>
          </p:cNvPr>
          <p:cNvSpPr>
            <a:spLocks noGrp="1"/>
          </p:cNvSpPr>
          <p:nvPr/>
        </p:nvSpPr>
        <p:spPr>
          <a:xfrm>
            <a:off x="3219450" y="3638550"/>
            <a:ext cx="270510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31415886-A942-4044-855A-EC275464ED94}"/>
              </a:ext>
            </a:extLst>
          </p:cNvPr>
          <p:cNvSpPr>
            <a:spLocks noGrp="1"/>
          </p:cNvSpPr>
          <p:nvPr/>
        </p:nvSpPr>
        <p:spPr>
          <a:xfrm>
            <a:off x="3371850" y="3733800"/>
            <a:ext cx="2400300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NT-08 · 대시보드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8DBECADD-28E4-44BA-AF88-08547D2C0071}"/>
              </a:ext>
            </a:extLst>
          </p:cNvPr>
          <p:cNvSpPr>
            <a:spLocks noGrp="1"/>
          </p:cNvSpPr>
          <p:nvPr/>
        </p:nvSpPr>
        <p:spPr>
          <a:xfrm>
            <a:off x="3371850" y="4095750"/>
            <a:ext cx="2400300" cy="266700"/>
          </a:xfrm>
          <a:prstGeom prst="roundRect">
            <a:avLst>
              <a:gd name="adj" fmla="val 28571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t"/>
          <a:lstStyle/>
          <a:p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4단계 중첩 · 이벤트 · AUQ X/56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295A7ECA-90FF-4C87-A803-3FF315333DB0}"/>
              </a:ext>
            </a:extLst>
          </p:cNvPr>
          <p:cNvSpPr>
            <a:spLocks noGrp="1"/>
          </p:cNvSpPr>
          <p:nvPr/>
        </p:nvSpPr>
        <p:spPr>
          <a:xfrm>
            <a:off x="6115050" y="3638550"/>
            <a:ext cx="270510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BFCB7D31-342D-4649-8FAD-9134C2EEB232}"/>
              </a:ext>
            </a:extLst>
          </p:cNvPr>
          <p:cNvSpPr>
            <a:spLocks noGrp="1"/>
          </p:cNvSpPr>
          <p:nvPr/>
        </p:nvSpPr>
        <p:spPr>
          <a:xfrm>
            <a:off x="6267450" y="3733800"/>
            <a:ext cx="2400300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NT-07 · 챗봇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B7411FF9-6145-4828-AE9F-5CD581ECA662}"/>
              </a:ext>
            </a:extLst>
          </p:cNvPr>
          <p:cNvSpPr>
            <a:spLocks noGrp="1"/>
          </p:cNvSpPr>
          <p:nvPr/>
        </p:nvSpPr>
        <p:spPr>
          <a:xfrm>
            <a:off x="6267450" y="4095750"/>
            <a:ext cx="2400300" cy="266700"/>
          </a:xfrm>
          <a:prstGeom prst="roundRect">
            <a:avLst>
              <a:gd name="adj" fmla="val 28571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t"/>
          <a:lstStyle/>
          <a:p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자유대화 · STT 입력 · TTS 듣기</a:t>
            </a:r>
          </a:p>
        </p:txBody>
      </p:sp>
    </p:spTree>
    <p:extLst>
      <p:ext uri="{BB962C8B-B14F-4D97-AF65-F5344CB8AC3E}">
        <p14:creationId xmlns:p14="http://schemas.microsoft.com/office/powerpoint/2010/main" val="714808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E01DC0F-DB2A-4026-AB02-D68110568DF7}"/>
              </a:ext>
            </a:extLst>
          </p:cNvPr>
          <p:cNvSpPr>
            <a:spLocks noGrp="1"/>
          </p:cNvSpPr>
          <p:nvPr/>
        </p:nvSpPr>
        <p:spPr>
          <a:xfrm>
            <a:off x="0" y="18288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시작 — 안내 · 가입 · 동의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BDD46B6-FD02-4808-85D5-756227C9A227}"/>
              </a:ext>
            </a:extLst>
          </p:cNvPr>
          <p:cNvSpPr>
            <a:spLocks noGrp="1"/>
          </p:cNvSpPr>
          <p:nvPr/>
        </p:nvSpPr>
        <p:spPr>
          <a:xfrm>
            <a:off x="0" y="621792"/>
            <a:ext cx="9144000" cy="32004"/>
          </a:xfrm>
          <a:prstGeom prst="rect">
            <a:avLst/>
          </a:prstGeom>
          <a:solidFill>
            <a:srgbClr val="267A73"/>
          </a:solidFill>
          <a:ln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CADBBFE-2C6D-4368-A9BC-CA77524E0BFE}"/>
              </a:ext>
            </a:extLst>
          </p:cNvPr>
          <p:cNvSpPr>
            <a:spLocks noGrp="1"/>
          </p:cNvSpPr>
          <p:nvPr/>
        </p:nvSpPr>
        <p:spPr>
          <a:xfrm>
            <a:off x="8641080" y="484632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7A9A1EA-2D07-4918-B0B5-2CDB4C176A42}"/>
              </a:ext>
            </a:extLst>
          </p:cNvPr>
          <p:cNvSpPr>
            <a:spLocks noGrp="1"/>
          </p:cNvSpPr>
          <p:nvPr/>
        </p:nvSpPr>
        <p:spPr>
          <a:xfrm>
            <a:off x="419100" y="990600"/>
            <a:ext cx="1499616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NT-01 · 제품 안내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F441844-98CB-41CA-A26C-A446B970E7F5}"/>
              </a:ext>
            </a:extLst>
          </p:cNvPr>
          <p:cNvSpPr>
            <a:spLocks noGrp="1"/>
          </p:cNvSpPr>
          <p:nvPr/>
        </p:nvSpPr>
        <p:spPr>
          <a:xfrm>
            <a:off x="2114550" y="990600"/>
            <a:ext cx="1499616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NT-02 · 가입 · 로그인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3950265E-7018-4FDC-AB10-FAEB31502EF3}"/>
              </a:ext>
            </a:extLst>
          </p:cNvPr>
          <p:cNvSpPr>
            <a:spLocks noGrp="1"/>
          </p:cNvSpPr>
          <p:nvPr/>
        </p:nvSpPr>
        <p:spPr>
          <a:xfrm>
            <a:off x="3810000" y="990600"/>
            <a:ext cx="1499616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NT-03 · 동의 · 권한</a:t>
            </a:r>
          </a:p>
        </p:txBody>
      </p:sp>
      <p:pic>
        <p:nvPicPr>
          <p:cNvPr id="32" name="그림 29"/>
          <p:cNvPicPr>
            <a:picLocks noChangeAspect="1"/>
          </p:cNvPicPr>
          <p:nvPr/>
        </p:nvPicPr>
        <p:blipFill>
          <a:blip r:embed="rId3"/>
          <a:srcRect t="1296" b="1296"/>
          <a:stretch>
            <a:fillRect/>
          </a:stretch>
        </p:blipFill>
        <p:spPr>
          <a:xfrm>
            <a:off x="419100" y="1200150"/>
            <a:ext cx="1499616" cy="32461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3" name="그림 30"/>
          <p:cNvPicPr>
            <a:picLocks noChangeAspect="1"/>
          </p:cNvPicPr>
          <p:nvPr/>
        </p:nvPicPr>
        <p:blipFill>
          <a:blip r:embed="rId4"/>
          <a:srcRect t="1296" b="1296"/>
          <a:stretch>
            <a:fillRect/>
          </a:stretch>
        </p:blipFill>
        <p:spPr>
          <a:xfrm>
            <a:off x="2114550" y="1200150"/>
            <a:ext cx="1499616" cy="32461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4" name="그림 31"/>
          <p:cNvPicPr>
            <a:picLocks noChangeAspect="1"/>
          </p:cNvPicPr>
          <p:nvPr/>
        </p:nvPicPr>
        <p:blipFill>
          <a:blip r:embed="rId5"/>
          <a:srcRect t="1296" b="1296"/>
          <a:stretch>
            <a:fillRect/>
          </a:stretch>
        </p:blipFill>
        <p:spPr>
          <a:xfrm>
            <a:off x="3810000" y="1200150"/>
            <a:ext cx="1499616" cy="32461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1E8AC91-CABD-4352-88D3-734CA265E124}"/>
              </a:ext>
            </a:extLst>
          </p:cNvPr>
          <p:cNvSpPr>
            <a:spLocks noGrp="1"/>
          </p:cNvSpPr>
          <p:nvPr/>
        </p:nvSpPr>
        <p:spPr>
          <a:xfrm>
            <a:off x="5657850" y="1200150"/>
            <a:ext cx="316230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8410F668-7858-4CBC-AF5B-E8EFEB8025D5}"/>
              </a:ext>
            </a:extLst>
          </p:cNvPr>
          <p:cNvSpPr>
            <a:spLocks noGrp="1"/>
          </p:cNvSpPr>
          <p:nvPr/>
        </p:nvSpPr>
        <p:spPr>
          <a:xfrm>
            <a:off x="5791200" y="1333500"/>
            <a:ext cx="285750" cy="285750"/>
          </a:xfrm>
          <a:prstGeom prst="ellipse">
            <a:avLst/>
          </a:prstGeom>
          <a:solidFill>
            <a:srgbClr val="267A73"/>
          </a:solidFill>
          <a:ln w="0">
            <a:noFill/>
            <a:prstDash val="solid"/>
          </a:ln>
        </p:spPr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25FBC9C2-35AF-421F-92F5-486A7F8D307F}"/>
              </a:ext>
            </a:extLst>
          </p:cNvPr>
          <p:cNvSpPr>
            <a:spLocks noGrp="1"/>
          </p:cNvSpPr>
          <p:nvPr/>
        </p:nvSpPr>
        <p:spPr>
          <a:xfrm>
            <a:off x="5791200" y="1333500"/>
            <a:ext cx="28575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4DA3AB8D-2265-4944-A161-CE79FFB634E4}"/>
              </a:ext>
            </a:extLst>
          </p:cNvPr>
          <p:cNvSpPr>
            <a:spLocks noGrp="1"/>
          </p:cNvSpPr>
          <p:nvPr/>
        </p:nvSpPr>
        <p:spPr>
          <a:xfrm>
            <a:off x="6153150" y="1295400"/>
            <a:ext cx="2514600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안내 후 가입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D8CB577-274C-42D8-818C-235B133FE04B}"/>
              </a:ext>
            </a:extLst>
          </p:cNvPr>
          <p:cNvSpPr>
            <a:spLocks noGrp="1"/>
          </p:cNvSpPr>
          <p:nvPr/>
        </p:nvSpPr>
        <p:spPr>
          <a:xfrm>
            <a:off x="5810250" y="1657350"/>
            <a:ext cx="2857500" cy="971550"/>
          </a:xfrm>
          <a:prstGeom prst="roundRect">
            <a:avLst>
              <a:gd name="adj" fmla="val 7843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t"/>
          <a:lstStyle/>
          <a:p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사용 대상과 한계를 먼저 설명한 뒤 환자가 직접 가입합니다. 인증 전에는 하단 탭을 표시하지 않습니다.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765C995D-6487-4C00-BF9E-FB4F05390AEA}"/>
              </a:ext>
            </a:extLst>
          </p:cNvPr>
          <p:cNvSpPr>
            <a:spLocks noGrp="1"/>
          </p:cNvSpPr>
          <p:nvPr/>
        </p:nvSpPr>
        <p:spPr>
          <a:xfrm>
            <a:off x="5657850" y="2914650"/>
            <a:ext cx="316230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69E9DEE0-F60C-4514-BA6F-3A402368B726}"/>
              </a:ext>
            </a:extLst>
          </p:cNvPr>
          <p:cNvSpPr>
            <a:spLocks noGrp="1"/>
          </p:cNvSpPr>
          <p:nvPr/>
        </p:nvSpPr>
        <p:spPr>
          <a:xfrm>
            <a:off x="5791200" y="3048000"/>
            <a:ext cx="285750" cy="285750"/>
          </a:xfrm>
          <a:prstGeom prst="ellipse">
            <a:avLst/>
          </a:prstGeom>
          <a:solidFill>
            <a:srgbClr val="267A73"/>
          </a:solidFill>
          <a:ln w="0">
            <a:noFill/>
            <a:prstDash val="solid"/>
          </a:ln>
        </p:spPr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828E4DDB-694B-4ED3-B33C-D568A2F63772}"/>
              </a:ext>
            </a:extLst>
          </p:cNvPr>
          <p:cNvSpPr>
            <a:spLocks noGrp="1"/>
          </p:cNvSpPr>
          <p:nvPr/>
        </p:nvSpPr>
        <p:spPr>
          <a:xfrm>
            <a:off x="5791200" y="3048000"/>
            <a:ext cx="28575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54323B78-49E0-4714-9E09-126454AB485E}"/>
              </a:ext>
            </a:extLst>
          </p:cNvPr>
          <p:cNvSpPr>
            <a:spLocks noGrp="1"/>
          </p:cNvSpPr>
          <p:nvPr/>
        </p:nvSpPr>
        <p:spPr>
          <a:xfrm>
            <a:off x="6153150" y="3009900"/>
            <a:ext cx="2514600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동의와 권한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907429BF-3545-4FFD-85D6-6E4CD5370E1E}"/>
              </a:ext>
            </a:extLst>
          </p:cNvPr>
          <p:cNvSpPr>
            <a:spLocks noGrp="1"/>
          </p:cNvSpPr>
          <p:nvPr/>
        </p:nvSpPr>
        <p:spPr>
          <a:xfrm>
            <a:off x="5810250" y="3371850"/>
            <a:ext cx="2857500" cy="971550"/>
          </a:xfrm>
          <a:prstGeom prst="roundRect">
            <a:avLst>
              <a:gd name="adj" fmla="val 7843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t"/>
          <a:lstStyle/>
          <a:p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음성·카메라는 선택 동의로 관리하고, 실제 기능을 처음 열 때 마이크·카메라 권한을 요청합니다. 저장 후 홈으로 이동합니다.</a:t>
            </a:r>
          </a:p>
        </p:txBody>
      </p:sp>
    </p:spTree>
    <p:extLst>
      <p:ext uri="{BB962C8B-B14F-4D97-AF65-F5344CB8AC3E}">
        <p14:creationId xmlns:p14="http://schemas.microsoft.com/office/powerpoint/2010/main" val="1284154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FE68876-297C-4827-AE67-5351AA911524}"/>
              </a:ext>
            </a:extLst>
          </p:cNvPr>
          <p:cNvSpPr>
            <a:spLocks noGrp="1"/>
          </p:cNvSpPr>
          <p:nvPr/>
        </p:nvSpPr>
        <p:spPr>
          <a:xfrm>
            <a:off x="0" y="18288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홈 — 프로필 · 갈망 상태 · Watch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751C7DC-8341-470D-AC6F-89C3A737D83B}"/>
              </a:ext>
            </a:extLst>
          </p:cNvPr>
          <p:cNvSpPr>
            <a:spLocks noGrp="1"/>
          </p:cNvSpPr>
          <p:nvPr/>
        </p:nvSpPr>
        <p:spPr>
          <a:xfrm>
            <a:off x="0" y="621792"/>
            <a:ext cx="9144000" cy="32004"/>
          </a:xfrm>
          <a:prstGeom prst="rect">
            <a:avLst/>
          </a:prstGeom>
          <a:solidFill>
            <a:srgbClr val="267A73"/>
          </a:solidFill>
          <a:ln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65749C8-CBD1-4D39-BEDA-17838E21681A}"/>
              </a:ext>
            </a:extLst>
          </p:cNvPr>
          <p:cNvSpPr>
            <a:spLocks noGrp="1"/>
          </p:cNvSpPr>
          <p:nvPr/>
        </p:nvSpPr>
        <p:spPr>
          <a:xfrm>
            <a:off x="8641080" y="484632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42A2267-CBCF-43A7-AE84-A88CC602D566}"/>
              </a:ext>
            </a:extLst>
          </p:cNvPr>
          <p:cNvSpPr>
            <a:spLocks noGrp="1"/>
          </p:cNvSpPr>
          <p:nvPr/>
        </p:nvSpPr>
        <p:spPr>
          <a:xfrm>
            <a:off x="3067050" y="1143000"/>
            <a:ext cx="575310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6D9DF939-8699-45BA-A5DB-BB854D2F6C9D}"/>
              </a:ext>
            </a:extLst>
          </p:cNvPr>
          <p:cNvSpPr>
            <a:spLocks noGrp="1"/>
          </p:cNvSpPr>
          <p:nvPr/>
        </p:nvSpPr>
        <p:spPr>
          <a:xfrm>
            <a:off x="3200400" y="1276350"/>
            <a:ext cx="285750" cy="285750"/>
          </a:xfrm>
          <a:prstGeom prst="ellipse">
            <a:avLst/>
          </a:prstGeom>
          <a:solidFill>
            <a:srgbClr val="267A73"/>
          </a:solidFill>
          <a:ln w="0">
            <a:noFill/>
            <a:prstDash val="solid"/>
          </a:ln>
        </p:spPr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A8E7131-9C58-484D-B009-F1874B48FB60}"/>
              </a:ext>
            </a:extLst>
          </p:cNvPr>
          <p:cNvSpPr>
            <a:spLocks noGrp="1"/>
          </p:cNvSpPr>
          <p:nvPr/>
        </p:nvSpPr>
        <p:spPr>
          <a:xfrm>
            <a:off x="3200400" y="1276350"/>
            <a:ext cx="28575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F83C6993-0594-4A19-8AC2-14302471307F}"/>
              </a:ext>
            </a:extLst>
          </p:cNvPr>
          <p:cNvSpPr>
            <a:spLocks noGrp="1"/>
          </p:cNvSpPr>
          <p:nvPr/>
        </p:nvSpPr>
        <p:spPr>
          <a:xfrm>
            <a:off x="3562350" y="1238250"/>
            <a:ext cx="5105400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프로필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DCBAFD8-C422-4916-8E29-4C2BB5020D06}"/>
              </a:ext>
            </a:extLst>
          </p:cNvPr>
          <p:cNvSpPr>
            <a:spLocks noGrp="1"/>
          </p:cNvSpPr>
          <p:nvPr/>
        </p:nvSpPr>
        <p:spPr>
          <a:xfrm>
            <a:off x="3219450" y="1600200"/>
            <a:ext cx="5448300" cy="438150"/>
          </a:xfrm>
          <a:prstGeom prst="roundRect">
            <a:avLst>
              <a:gd name="adj" fmla="val 17391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t"/>
          <a:lstStyle/>
          <a:p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사용자 요약을 첫 카드로 보여 줍니다. 계정·동의·권한은 우측 상단 설정에서 엽니다.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6C30AA38-ECFC-40A5-87FC-211140FCF8EE}"/>
              </a:ext>
            </a:extLst>
          </p:cNvPr>
          <p:cNvSpPr>
            <a:spLocks noGrp="1"/>
          </p:cNvSpPr>
          <p:nvPr/>
        </p:nvSpPr>
        <p:spPr>
          <a:xfrm>
            <a:off x="3067050" y="2252472"/>
            <a:ext cx="5915977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6158B547-0FA5-4F54-8471-CA3FF32C6C81}"/>
              </a:ext>
            </a:extLst>
          </p:cNvPr>
          <p:cNvSpPr>
            <a:spLocks noGrp="1"/>
          </p:cNvSpPr>
          <p:nvPr/>
        </p:nvSpPr>
        <p:spPr>
          <a:xfrm>
            <a:off x="3200400" y="2419350"/>
            <a:ext cx="285750" cy="285750"/>
          </a:xfrm>
          <a:prstGeom prst="ellipse">
            <a:avLst/>
          </a:prstGeom>
          <a:solidFill>
            <a:srgbClr val="267A73"/>
          </a:solidFill>
          <a:ln w="0">
            <a:noFill/>
            <a:prstDash val="solid"/>
          </a:ln>
        </p:spPr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693251F6-C530-4D57-9052-4004CC0E9064}"/>
              </a:ext>
            </a:extLst>
          </p:cNvPr>
          <p:cNvSpPr>
            <a:spLocks noGrp="1"/>
          </p:cNvSpPr>
          <p:nvPr/>
        </p:nvSpPr>
        <p:spPr>
          <a:xfrm>
            <a:off x="3200400" y="2419350"/>
            <a:ext cx="28575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F37EFB6-036E-41B7-8689-76AB82685B8D}"/>
              </a:ext>
            </a:extLst>
          </p:cNvPr>
          <p:cNvSpPr>
            <a:spLocks noGrp="1"/>
          </p:cNvSpPr>
          <p:nvPr/>
        </p:nvSpPr>
        <p:spPr>
          <a:xfrm>
            <a:off x="3562350" y="2381250"/>
            <a:ext cx="5105400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갈망 상태 · 얼굴 측정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BA86EB39-26F7-44EF-98C2-F230FC461DF4}"/>
              </a:ext>
            </a:extLst>
          </p:cNvPr>
          <p:cNvSpPr>
            <a:spLocks noGrp="1"/>
          </p:cNvSpPr>
          <p:nvPr/>
        </p:nvSpPr>
        <p:spPr>
          <a:xfrm>
            <a:off x="3219450" y="2743200"/>
            <a:ext cx="5448300" cy="552450"/>
          </a:xfrm>
          <a:prstGeom prst="roundRect">
            <a:avLst>
              <a:gd name="adj" fmla="val 13793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t"/>
          <a:lstStyle/>
          <a:p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정확한 퍼센트 대신 4단계 문구를 표시합니다. 조건 충족 시 갈망 카드에 ‘얼굴로 측정’ 버튼을 함께 둡니다.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85AADC70-517D-4175-B7CC-138F54140481}"/>
              </a:ext>
            </a:extLst>
          </p:cNvPr>
          <p:cNvSpPr>
            <a:spLocks noGrp="1"/>
          </p:cNvSpPr>
          <p:nvPr/>
        </p:nvSpPr>
        <p:spPr>
          <a:xfrm>
            <a:off x="3067050" y="3543300"/>
            <a:ext cx="575310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F0F0778B-B9B1-4042-9382-D68326BAFD0D}"/>
              </a:ext>
            </a:extLst>
          </p:cNvPr>
          <p:cNvSpPr>
            <a:spLocks noGrp="1"/>
          </p:cNvSpPr>
          <p:nvPr/>
        </p:nvSpPr>
        <p:spPr>
          <a:xfrm>
            <a:off x="3200400" y="3676650"/>
            <a:ext cx="285750" cy="285750"/>
          </a:xfrm>
          <a:prstGeom prst="ellipse">
            <a:avLst/>
          </a:prstGeom>
          <a:solidFill>
            <a:srgbClr val="267A73"/>
          </a:solidFill>
          <a:ln w="0">
            <a:noFill/>
            <a:prstDash val="solid"/>
          </a:ln>
        </p:spPr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A9BCBD32-B3F6-4148-891A-DDD66FC610BB}"/>
              </a:ext>
            </a:extLst>
          </p:cNvPr>
          <p:cNvSpPr>
            <a:spLocks noGrp="1"/>
          </p:cNvSpPr>
          <p:nvPr/>
        </p:nvSpPr>
        <p:spPr>
          <a:xfrm>
            <a:off x="3200400" y="3676650"/>
            <a:ext cx="28575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DBB4CBA0-B344-40FD-94D3-BCDD5EC44207}"/>
              </a:ext>
            </a:extLst>
          </p:cNvPr>
          <p:cNvSpPr>
            <a:spLocks noGrp="1"/>
          </p:cNvSpPr>
          <p:nvPr/>
        </p:nvSpPr>
        <p:spPr>
          <a:xfrm>
            <a:off x="3562350" y="3638550"/>
            <a:ext cx="5105400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Watch 20초 수집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9860FE89-C4BB-4AFD-BD67-B4110EE94BB8}"/>
              </a:ext>
            </a:extLst>
          </p:cNvPr>
          <p:cNvSpPr>
            <a:spLocks noGrp="1"/>
          </p:cNvSpPr>
          <p:nvPr/>
        </p:nvSpPr>
        <p:spPr>
          <a:xfrm>
            <a:off x="3219450" y="4000500"/>
            <a:ext cx="5448300" cy="438150"/>
          </a:xfrm>
          <a:prstGeom prst="roundRect">
            <a:avLst>
              <a:gd name="adj" fmla="val 17391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t"/>
          <a:lstStyle/>
          <a:p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연결 상태와 20초 수집 진행을 표시합니다. 첫 20초 이후에는 최신 20초 창을 10초마다 분석합니다.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DD865C4-9D0B-431C-A161-CBE74E3A0CC6}"/>
              </a:ext>
            </a:extLst>
          </p:cNvPr>
          <p:cNvSpPr>
            <a:spLocks noGrp="1"/>
          </p:cNvSpPr>
          <p:nvPr/>
        </p:nvSpPr>
        <p:spPr>
          <a:xfrm>
            <a:off x="1047750" y="1066800"/>
            <a:ext cx="1143000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 dirty="0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NT-04 · 홈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9C30AFA1-1E03-47D8-B29F-00053EB78F7E}"/>
              </a:ext>
            </a:extLst>
          </p:cNvPr>
          <p:cNvGrpSpPr/>
          <p:nvPr/>
        </p:nvGrpSpPr>
        <p:grpSpPr>
          <a:xfrm>
            <a:off x="703384" y="1238250"/>
            <a:ext cx="1890373" cy="3269742"/>
            <a:chOff x="831971" y="1136904"/>
            <a:chExt cx="1618715" cy="2799860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6375A063-A628-46AA-97BF-A5BE103E4CA0}"/>
                </a:ext>
              </a:extLst>
            </p:cNvPr>
            <p:cNvGrpSpPr/>
            <p:nvPr/>
          </p:nvGrpSpPr>
          <p:grpSpPr>
            <a:xfrm>
              <a:off x="831971" y="1136904"/>
              <a:ext cx="1617363" cy="1998235"/>
              <a:chOff x="741484" y="1104900"/>
              <a:chExt cx="1754066" cy="2167130"/>
            </a:xfrm>
          </p:grpSpPr>
          <p:pic>
            <p:nvPicPr>
              <p:cNvPr id="28" name="그림 27"/>
              <p:cNvPicPr>
                <a:picLocks noChangeAspect="1"/>
              </p:cNvPicPr>
              <p:nvPr/>
            </p:nvPicPr>
            <p:blipFill rotWithShape="1">
              <a:blip r:embed="rId3"/>
              <a:srcRect l="14" r="14" b="72186"/>
              <a:stretch/>
            </p:blipFill>
            <p:spPr>
              <a:xfrm>
                <a:off x="742950" y="1104900"/>
                <a:ext cx="1752600" cy="1083565"/>
              </a:xfrm>
              <a:prstGeom prst="rect">
                <a:avLst/>
              </a:prstGeom>
              <a:ln>
                <a:noFill/>
              </a:ln>
            </p:spPr>
          </p:pic>
          <p:pic>
            <p:nvPicPr>
              <p:cNvPr id="6" name="그림 5">
                <a:extLst>
                  <a:ext uri="{FF2B5EF4-FFF2-40B4-BE49-F238E27FC236}">
                    <a16:creationId xmlns:a16="http://schemas.microsoft.com/office/drawing/2014/main" id="{3BE31E9C-AF52-4F7D-8B0E-325904F2423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1744" b="49745"/>
              <a:stretch/>
            </p:blipFill>
            <p:spPr>
              <a:xfrm>
                <a:off x="741484" y="2188465"/>
                <a:ext cx="1754066" cy="1083565"/>
              </a:xfrm>
              <a:prstGeom prst="rect">
                <a:avLst/>
              </a:prstGeom>
            </p:spPr>
          </p:pic>
        </p:grpSp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11E29714-3C2A-4559-BAA6-C091C5D10AC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125"/>
            <a:stretch/>
          </p:blipFill>
          <p:spPr>
            <a:xfrm>
              <a:off x="833323" y="3135140"/>
              <a:ext cx="1617363" cy="8016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72879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7BDCC56-BC50-4F2F-9CF6-9D7DC6DB6A66}"/>
              </a:ext>
            </a:extLst>
          </p:cNvPr>
          <p:cNvSpPr>
            <a:spLocks noGrp="1"/>
          </p:cNvSpPr>
          <p:nvPr/>
        </p:nvSpPr>
        <p:spPr>
          <a:xfrm>
            <a:off x="0" y="18288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알림 — AUQ 또는 바로 대화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3EDB5A8-8F4F-4A94-8C3D-9840CA53B28D}"/>
              </a:ext>
            </a:extLst>
          </p:cNvPr>
          <p:cNvSpPr>
            <a:spLocks noGrp="1"/>
          </p:cNvSpPr>
          <p:nvPr/>
        </p:nvSpPr>
        <p:spPr>
          <a:xfrm>
            <a:off x="0" y="621792"/>
            <a:ext cx="9144000" cy="32004"/>
          </a:xfrm>
          <a:prstGeom prst="rect">
            <a:avLst/>
          </a:prstGeom>
          <a:solidFill>
            <a:srgbClr val="267A73"/>
          </a:solidFill>
          <a:ln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27635AC-A52A-4924-A67F-A32A6FD03297}"/>
              </a:ext>
            </a:extLst>
          </p:cNvPr>
          <p:cNvSpPr>
            <a:spLocks noGrp="1"/>
          </p:cNvSpPr>
          <p:nvPr/>
        </p:nvSpPr>
        <p:spPr>
          <a:xfrm>
            <a:off x="8641080" y="484632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960C21C-4C66-4EDE-8DBD-ECAF23CF0EF3}"/>
              </a:ext>
            </a:extLst>
          </p:cNvPr>
          <p:cNvSpPr>
            <a:spLocks noGrp="1"/>
          </p:cNvSpPr>
          <p:nvPr/>
        </p:nvSpPr>
        <p:spPr>
          <a:xfrm>
            <a:off x="342900" y="990600"/>
            <a:ext cx="1428750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NT-05 · 갈망 알림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F61FC78-C7B1-42C3-ADE5-83DCA6D60CCC}"/>
              </a:ext>
            </a:extLst>
          </p:cNvPr>
          <p:cNvSpPr>
            <a:spLocks noGrp="1"/>
          </p:cNvSpPr>
          <p:nvPr/>
        </p:nvSpPr>
        <p:spPr>
          <a:xfrm>
            <a:off x="2038350" y="990600"/>
            <a:ext cx="1428750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NT-06 · AUQ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FE4AEF14-72EB-4128-A361-429ED848066D}"/>
              </a:ext>
            </a:extLst>
          </p:cNvPr>
          <p:cNvSpPr>
            <a:spLocks noGrp="1"/>
          </p:cNvSpPr>
          <p:nvPr/>
        </p:nvSpPr>
        <p:spPr>
          <a:xfrm>
            <a:off x="3733800" y="990600"/>
            <a:ext cx="1428750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NT-07 · AI 챗봇</a:t>
            </a:r>
          </a:p>
        </p:txBody>
      </p:sp>
      <p:pic>
        <p:nvPicPr>
          <p:cNvPr id="37" name="그림 34"/>
          <p:cNvPicPr>
            <a:picLocks noChangeAspect="1"/>
          </p:cNvPicPr>
          <p:nvPr/>
        </p:nvPicPr>
        <p:blipFill>
          <a:blip r:embed="rId3"/>
          <a:srcRect t="1" b="1"/>
          <a:stretch>
            <a:fillRect/>
          </a:stretch>
        </p:blipFill>
        <p:spPr>
          <a:xfrm>
            <a:off x="342900" y="1200150"/>
            <a:ext cx="1428750" cy="317496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8" name="그림 35"/>
          <p:cNvPicPr>
            <a:picLocks noChangeAspect="1"/>
          </p:cNvPicPr>
          <p:nvPr/>
        </p:nvPicPr>
        <p:blipFill>
          <a:blip r:embed="rId4"/>
          <a:srcRect t="1" b="1"/>
          <a:stretch>
            <a:fillRect/>
          </a:stretch>
        </p:blipFill>
        <p:spPr>
          <a:xfrm>
            <a:off x="2038350" y="1200150"/>
            <a:ext cx="1428750" cy="317496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9" name="그림 36"/>
          <p:cNvPicPr>
            <a:picLocks noChangeAspect="1"/>
          </p:cNvPicPr>
          <p:nvPr/>
        </p:nvPicPr>
        <p:blipFill>
          <a:blip r:embed="rId5"/>
          <a:srcRect t="1" b="1"/>
          <a:stretch>
            <a:fillRect/>
          </a:stretch>
        </p:blipFill>
        <p:spPr>
          <a:xfrm>
            <a:off x="3733800" y="1200150"/>
            <a:ext cx="1428750" cy="317496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EF0A7FDB-54A7-4A67-BBB3-6CCA0BCDE104}"/>
              </a:ext>
            </a:extLst>
          </p:cNvPr>
          <p:cNvSpPr>
            <a:spLocks noGrp="1"/>
          </p:cNvSpPr>
          <p:nvPr/>
        </p:nvSpPr>
        <p:spPr>
          <a:xfrm>
            <a:off x="5505450" y="1200150"/>
            <a:ext cx="331470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052FC983-F715-4EEF-9F5E-AE6AED9A6193}"/>
              </a:ext>
            </a:extLst>
          </p:cNvPr>
          <p:cNvSpPr>
            <a:spLocks noGrp="1"/>
          </p:cNvSpPr>
          <p:nvPr/>
        </p:nvSpPr>
        <p:spPr>
          <a:xfrm>
            <a:off x="5638800" y="1333500"/>
            <a:ext cx="285750" cy="285750"/>
          </a:xfrm>
          <a:prstGeom prst="ellipse">
            <a:avLst/>
          </a:prstGeom>
          <a:solidFill>
            <a:srgbClr val="267A73"/>
          </a:solidFill>
          <a:ln w="0">
            <a:noFill/>
            <a:prstDash val="solid"/>
          </a:ln>
        </p:spPr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DA57369C-7B38-4C56-9350-83873CBBFF0A}"/>
              </a:ext>
            </a:extLst>
          </p:cNvPr>
          <p:cNvSpPr>
            <a:spLocks noGrp="1"/>
          </p:cNvSpPr>
          <p:nvPr/>
        </p:nvSpPr>
        <p:spPr>
          <a:xfrm>
            <a:off x="5638800" y="1333500"/>
            <a:ext cx="28575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60944AE5-FA55-4454-BA8F-E0FBC89A58E0}"/>
              </a:ext>
            </a:extLst>
          </p:cNvPr>
          <p:cNvSpPr>
            <a:spLocks noGrp="1"/>
          </p:cNvSpPr>
          <p:nvPr/>
        </p:nvSpPr>
        <p:spPr>
          <a:xfrm>
            <a:off x="6000750" y="1295400"/>
            <a:ext cx="2667000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NT-05 · 갈망 알림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BDDEC3A-0E2F-4578-922E-52FB1E1E5AF5}"/>
              </a:ext>
            </a:extLst>
          </p:cNvPr>
          <p:cNvSpPr>
            <a:spLocks noGrp="1"/>
          </p:cNvSpPr>
          <p:nvPr/>
        </p:nvSpPr>
        <p:spPr>
          <a:xfrm>
            <a:off x="5657850" y="1657350"/>
            <a:ext cx="3009900" cy="438150"/>
          </a:xfrm>
          <a:prstGeom prst="roundRect">
            <a:avLst>
              <a:gd name="adj" fmla="val 17391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t"/>
          <a:lstStyle/>
          <a:p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지금 대화하기와 나중에를 두 선택으로 제공합니다.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05023C45-3E3E-4BD5-BA16-3EFF63838529}"/>
              </a:ext>
            </a:extLst>
          </p:cNvPr>
          <p:cNvSpPr>
            <a:spLocks noGrp="1"/>
          </p:cNvSpPr>
          <p:nvPr/>
        </p:nvSpPr>
        <p:spPr>
          <a:xfrm>
            <a:off x="5505450" y="2324100"/>
            <a:ext cx="331470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D6253928-0022-4B21-8A39-97DC5B37EC27}"/>
              </a:ext>
            </a:extLst>
          </p:cNvPr>
          <p:cNvSpPr>
            <a:spLocks noGrp="1"/>
          </p:cNvSpPr>
          <p:nvPr/>
        </p:nvSpPr>
        <p:spPr>
          <a:xfrm>
            <a:off x="5638800" y="2457450"/>
            <a:ext cx="285750" cy="285750"/>
          </a:xfrm>
          <a:prstGeom prst="ellipse">
            <a:avLst/>
          </a:prstGeom>
          <a:solidFill>
            <a:srgbClr val="267A73"/>
          </a:solidFill>
          <a:ln w="0">
            <a:noFill/>
            <a:prstDash val="solid"/>
          </a:ln>
        </p:spPr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A3B8BB9A-F3CE-4269-8868-428D8C117C5A}"/>
              </a:ext>
            </a:extLst>
          </p:cNvPr>
          <p:cNvSpPr>
            <a:spLocks noGrp="1"/>
          </p:cNvSpPr>
          <p:nvPr/>
        </p:nvSpPr>
        <p:spPr>
          <a:xfrm>
            <a:off x="5638800" y="2457450"/>
            <a:ext cx="28575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1704EB93-DAB9-45AB-8201-16168689664D}"/>
              </a:ext>
            </a:extLst>
          </p:cNvPr>
          <p:cNvSpPr>
            <a:spLocks noGrp="1"/>
          </p:cNvSpPr>
          <p:nvPr/>
        </p:nvSpPr>
        <p:spPr>
          <a:xfrm>
            <a:off x="6000750" y="2419350"/>
            <a:ext cx="2667000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NT-06 · AUQ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15E4FB05-B622-4A99-987A-C187A091F7D4}"/>
              </a:ext>
            </a:extLst>
          </p:cNvPr>
          <p:cNvSpPr>
            <a:spLocks noGrp="1"/>
          </p:cNvSpPr>
          <p:nvPr/>
        </p:nvSpPr>
        <p:spPr>
          <a:xfrm>
            <a:off x="5657850" y="2781300"/>
            <a:ext cx="3009900" cy="438150"/>
          </a:xfrm>
          <a:prstGeom prst="roundRect">
            <a:avLst>
              <a:gd name="adj" fmla="val 17391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t"/>
          <a:lstStyle/>
          <a:p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8문항을 문장형 7단계로 답하거나 건너뜁니다. 총점은 8~56으로 기록하고 대화를 막지 않습니다.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8A443055-E243-4AE2-A3C4-B9901F52F55E}"/>
              </a:ext>
            </a:extLst>
          </p:cNvPr>
          <p:cNvSpPr>
            <a:spLocks noGrp="1"/>
          </p:cNvSpPr>
          <p:nvPr/>
        </p:nvSpPr>
        <p:spPr>
          <a:xfrm>
            <a:off x="5505450" y="3448050"/>
            <a:ext cx="331470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5256FEC1-265D-457E-874C-E72FE31D01CF}"/>
              </a:ext>
            </a:extLst>
          </p:cNvPr>
          <p:cNvSpPr>
            <a:spLocks noGrp="1"/>
          </p:cNvSpPr>
          <p:nvPr/>
        </p:nvSpPr>
        <p:spPr>
          <a:xfrm>
            <a:off x="5638800" y="3581400"/>
            <a:ext cx="285750" cy="285750"/>
          </a:xfrm>
          <a:prstGeom prst="ellipse">
            <a:avLst/>
          </a:prstGeom>
          <a:solidFill>
            <a:srgbClr val="267A73"/>
          </a:solidFill>
          <a:ln w="0">
            <a:noFill/>
            <a:prstDash val="solid"/>
          </a:ln>
        </p:spPr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0AA87838-B029-4861-9382-81661E919EA0}"/>
              </a:ext>
            </a:extLst>
          </p:cNvPr>
          <p:cNvSpPr>
            <a:spLocks noGrp="1"/>
          </p:cNvSpPr>
          <p:nvPr/>
        </p:nvSpPr>
        <p:spPr>
          <a:xfrm>
            <a:off x="5638800" y="3581400"/>
            <a:ext cx="28575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DCBC1334-72D4-4B08-8148-9A1E069E3027}"/>
              </a:ext>
            </a:extLst>
          </p:cNvPr>
          <p:cNvSpPr>
            <a:spLocks noGrp="1"/>
          </p:cNvSpPr>
          <p:nvPr/>
        </p:nvSpPr>
        <p:spPr>
          <a:xfrm>
            <a:off x="6000750" y="3543300"/>
            <a:ext cx="2667000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NT-07 · AI 챗봇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21883732-6D3B-4F40-A0C9-26EF31A3B527}"/>
              </a:ext>
            </a:extLst>
          </p:cNvPr>
          <p:cNvSpPr>
            <a:spLocks noGrp="1"/>
          </p:cNvSpPr>
          <p:nvPr/>
        </p:nvSpPr>
        <p:spPr>
          <a:xfrm>
            <a:off x="5657850" y="3867150"/>
            <a:ext cx="3009900" cy="438150"/>
          </a:xfrm>
          <a:prstGeom prst="roundRect">
            <a:avLst>
              <a:gd name="adj" fmla="val 17391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t"/>
          <a:lstStyle/>
          <a:p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AUQ 뒤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별도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중재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선택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없이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챗봇을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엽니다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사용자가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원하는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도움과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상황을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자유롭게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입력합니다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32000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D30E237-A196-4DE3-859B-D85FDAD7962F}"/>
              </a:ext>
            </a:extLst>
          </p:cNvPr>
          <p:cNvSpPr>
            <a:spLocks noGrp="1"/>
          </p:cNvSpPr>
          <p:nvPr/>
        </p:nvSpPr>
        <p:spPr>
          <a:xfrm>
            <a:off x="0" y="18288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AI 챗봇 — 텍스트 · STT · TTS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C1F051B-B40B-4A60-912B-6DD8227641D2}"/>
              </a:ext>
            </a:extLst>
          </p:cNvPr>
          <p:cNvSpPr>
            <a:spLocks noGrp="1"/>
          </p:cNvSpPr>
          <p:nvPr/>
        </p:nvSpPr>
        <p:spPr>
          <a:xfrm>
            <a:off x="0" y="621792"/>
            <a:ext cx="9144000" cy="32004"/>
          </a:xfrm>
          <a:prstGeom prst="rect">
            <a:avLst/>
          </a:prstGeom>
          <a:solidFill>
            <a:srgbClr val="267A73"/>
          </a:solidFill>
          <a:ln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1632342-6214-4507-86C5-56A6FA8E9F7B}"/>
              </a:ext>
            </a:extLst>
          </p:cNvPr>
          <p:cNvSpPr>
            <a:spLocks noGrp="1"/>
          </p:cNvSpPr>
          <p:nvPr/>
        </p:nvSpPr>
        <p:spPr>
          <a:xfrm>
            <a:off x="8641080" y="484632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574571C-46F9-4314-B385-E00C0458D92E}"/>
              </a:ext>
            </a:extLst>
          </p:cNvPr>
          <p:cNvSpPr>
            <a:spLocks noGrp="1"/>
          </p:cNvSpPr>
          <p:nvPr/>
        </p:nvSpPr>
        <p:spPr>
          <a:xfrm>
            <a:off x="552450" y="1024128"/>
            <a:ext cx="1619250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NT-07 · 텍스트·음성 입력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2ABAF18-84ED-413E-8167-4E8D85EFB614}"/>
              </a:ext>
            </a:extLst>
          </p:cNvPr>
          <p:cNvSpPr>
            <a:spLocks noGrp="1"/>
          </p:cNvSpPr>
          <p:nvPr/>
        </p:nvSpPr>
        <p:spPr>
          <a:xfrm>
            <a:off x="2590800" y="1024128"/>
            <a:ext cx="1619250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NT-07 · AI 응답·TTS</a:t>
            </a:r>
          </a:p>
        </p:txBody>
      </p:sp>
      <p:pic>
        <p:nvPicPr>
          <p:cNvPr id="33" name="그림 31"/>
          <p:cNvPicPr>
            <a:picLocks noChangeAspect="1"/>
          </p:cNvPicPr>
          <p:nvPr/>
        </p:nvPicPr>
        <p:blipFill>
          <a:blip r:embed="rId3"/>
          <a:srcRect l="29" r="29"/>
          <a:stretch>
            <a:fillRect/>
          </a:stretch>
        </p:blipFill>
        <p:spPr>
          <a:xfrm>
            <a:off x="552450" y="1233678"/>
            <a:ext cx="1619250" cy="36004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4" name="그림 32"/>
          <p:cNvPicPr>
            <a:picLocks noChangeAspect="1"/>
          </p:cNvPicPr>
          <p:nvPr/>
        </p:nvPicPr>
        <p:blipFill>
          <a:blip r:embed="rId4"/>
          <a:srcRect l="29" r="29"/>
          <a:stretch>
            <a:fillRect/>
          </a:stretch>
        </p:blipFill>
        <p:spPr>
          <a:xfrm>
            <a:off x="2590800" y="1233678"/>
            <a:ext cx="1619250" cy="36004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B4A04A9-4EFA-40A2-AD42-4FF0AEFDDDF1}"/>
              </a:ext>
            </a:extLst>
          </p:cNvPr>
          <p:cNvSpPr>
            <a:spLocks noGrp="1"/>
          </p:cNvSpPr>
          <p:nvPr/>
        </p:nvSpPr>
        <p:spPr>
          <a:xfrm>
            <a:off x="4686300" y="1200150"/>
            <a:ext cx="4133850" cy="1009650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BE8FFBB8-8FED-4FD3-B8A1-5FFDCD2BFE5C}"/>
              </a:ext>
            </a:extLst>
          </p:cNvPr>
          <p:cNvSpPr>
            <a:spLocks noGrp="1"/>
          </p:cNvSpPr>
          <p:nvPr/>
        </p:nvSpPr>
        <p:spPr>
          <a:xfrm>
            <a:off x="4819650" y="1333500"/>
            <a:ext cx="285750" cy="285750"/>
          </a:xfrm>
          <a:prstGeom prst="ellipse">
            <a:avLst/>
          </a:prstGeom>
          <a:solidFill>
            <a:srgbClr val="267A73"/>
          </a:solidFill>
          <a:ln w="0">
            <a:noFill/>
            <a:prstDash val="solid"/>
          </a:ln>
        </p:spPr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7BE6233A-3291-4546-8F0C-277861A78FC3}"/>
              </a:ext>
            </a:extLst>
          </p:cNvPr>
          <p:cNvSpPr>
            <a:spLocks noGrp="1"/>
          </p:cNvSpPr>
          <p:nvPr/>
        </p:nvSpPr>
        <p:spPr>
          <a:xfrm>
            <a:off x="4819650" y="1333500"/>
            <a:ext cx="28575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65B23F76-9331-4F0E-B642-71FBEA8E8417}"/>
              </a:ext>
            </a:extLst>
          </p:cNvPr>
          <p:cNvSpPr>
            <a:spLocks noGrp="1"/>
          </p:cNvSpPr>
          <p:nvPr/>
        </p:nvSpPr>
        <p:spPr>
          <a:xfrm>
            <a:off x="5181600" y="1295400"/>
            <a:ext cx="3486150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사용자 주도 자유대화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FFCDED26-3187-4F9A-BF66-FE929C32E619}"/>
              </a:ext>
            </a:extLst>
          </p:cNvPr>
          <p:cNvSpPr>
            <a:spLocks noGrp="1"/>
          </p:cNvSpPr>
          <p:nvPr/>
        </p:nvSpPr>
        <p:spPr>
          <a:xfrm>
            <a:off x="4838700" y="1657350"/>
            <a:ext cx="3829050" cy="457200"/>
          </a:xfrm>
          <a:prstGeom prst="roundRect">
            <a:avLst>
              <a:gd name="adj" fmla="val 16667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t"/>
          <a:lstStyle/>
          <a:p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AI는 공감과 반영을 우선하고 필요할 때만 질문 하나를 사용합니다. 이미 답했거나 거부한 내용을 반복하지 않습니다.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F429ECD8-B5BB-4DE2-A777-A31BC3680B8B}"/>
              </a:ext>
            </a:extLst>
          </p:cNvPr>
          <p:cNvSpPr>
            <a:spLocks noGrp="1"/>
          </p:cNvSpPr>
          <p:nvPr/>
        </p:nvSpPr>
        <p:spPr>
          <a:xfrm>
            <a:off x="4686300" y="2362200"/>
            <a:ext cx="4133850" cy="1066800"/>
          </a:xfrm>
          <a:prstGeom prst="roundRect">
            <a:avLst>
              <a:gd name="adj" fmla="val 7143"/>
            </a:avLst>
          </a:prstGeom>
          <a:solidFill>
            <a:srgbClr val="FFF7E8"/>
          </a:solidFill>
          <a:ln w="1143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AD25AD50-1112-44C6-A1AE-701CAFD01501}"/>
              </a:ext>
            </a:extLst>
          </p:cNvPr>
          <p:cNvSpPr>
            <a:spLocks noGrp="1"/>
          </p:cNvSpPr>
          <p:nvPr/>
        </p:nvSpPr>
        <p:spPr>
          <a:xfrm>
            <a:off x="4819650" y="2495550"/>
            <a:ext cx="285750" cy="285750"/>
          </a:xfrm>
          <a:prstGeom prst="ellipse">
            <a:avLst/>
          </a:prstGeom>
          <a:solidFill>
            <a:srgbClr val="8A5A00"/>
          </a:solidFill>
          <a:ln w="0">
            <a:noFill/>
            <a:prstDash val="solid"/>
          </a:ln>
        </p:spPr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08CA2F00-B819-48CF-824B-2383C6FF5932}"/>
              </a:ext>
            </a:extLst>
          </p:cNvPr>
          <p:cNvSpPr>
            <a:spLocks noGrp="1"/>
          </p:cNvSpPr>
          <p:nvPr/>
        </p:nvSpPr>
        <p:spPr>
          <a:xfrm>
            <a:off x="4819650" y="2495550"/>
            <a:ext cx="28575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AFC4D98-9064-4575-9485-0D10CB893462}"/>
              </a:ext>
            </a:extLst>
          </p:cNvPr>
          <p:cNvSpPr>
            <a:spLocks noGrp="1"/>
          </p:cNvSpPr>
          <p:nvPr/>
        </p:nvSpPr>
        <p:spPr>
          <a:xfrm>
            <a:off x="5181600" y="2457450"/>
            <a:ext cx="3486150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buNone/>
              <a:defRPr sz="1500" b="1">
                <a:solidFill>
                  <a:srgbClr val="8A5A0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8A5A00"/>
                </a:solidFill>
                <a:latin typeface="Malgun Gothic"/>
                <a:ea typeface="Malgun Gothic"/>
                <a:cs typeface="Malgun Gothic"/>
              </a:rPr>
              <a:t>음성 입력 · 편집 후 전송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AA39FB75-B1C0-4709-B635-980F6932854D}"/>
              </a:ext>
            </a:extLst>
          </p:cNvPr>
          <p:cNvSpPr>
            <a:spLocks noGrp="1"/>
          </p:cNvSpPr>
          <p:nvPr/>
        </p:nvSpPr>
        <p:spPr>
          <a:xfrm>
            <a:off x="4838700" y="2819400"/>
            <a:ext cx="3829050" cy="514350"/>
          </a:xfrm>
          <a:prstGeom prst="roundRect">
            <a:avLst>
              <a:gd name="adj" fmla="val 14815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t"/>
          <a:lstStyle/>
          <a:p>
            <a:pPr algn="l">
              <a:buNone/>
              <a:defRPr sz="1050" b="0">
                <a:solidFill>
                  <a:srgbClr val="8A5A0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A5A00"/>
                </a:solidFill>
                <a:latin typeface="Malgun Gothic"/>
                <a:ea typeface="Malgun Gothic"/>
                <a:cs typeface="Malgun Gothic"/>
              </a:rPr>
              <a:t>마이크로 녹음하면 STT 문장을 입력창에 채웁니다. 사용자가 수정한 뒤 전송하며 자동 전송하지 않습니다.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4E64739B-576A-43BB-A5CB-C96C11E5F4B7}"/>
              </a:ext>
            </a:extLst>
          </p:cNvPr>
          <p:cNvSpPr>
            <a:spLocks noGrp="1"/>
          </p:cNvSpPr>
          <p:nvPr/>
        </p:nvSpPr>
        <p:spPr>
          <a:xfrm>
            <a:off x="4686300" y="3581400"/>
            <a:ext cx="413385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EA6DFA7A-4A14-4F55-84E7-0AB446173C47}"/>
              </a:ext>
            </a:extLst>
          </p:cNvPr>
          <p:cNvSpPr>
            <a:spLocks noGrp="1"/>
          </p:cNvSpPr>
          <p:nvPr/>
        </p:nvSpPr>
        <p:spPr>
          <a:xfrm>
            <a:off x="4819650" y="3714750"/>
            <a:ext cx="285750" cy="285750"/>
          </a:xfrm>
          <a:prstGeom prst="ellipse">
            <a:avLst/>
          </a:prstGeom>
          <a:solidFill>
            <a:srgbClr val="267A73"/>
          </a:solidFill>
          <a:ln w="0">
            <a:noFill/>
            <a:prstDash val="solid"/>
          </a:ln>
        </p:spPr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33ADEC42-CEE5-49BA-B29C-6A1CE815769E}"/>
              </a:ext>
            </a:extLst>
          </p:cNvPr>
          <p:cNvSpPr>
            <a:spLocks noGrp="1"/>
          </p:cNvSpPr>
          <p:nvPr/>
        </p:nvSpPr>
        <p:spPr>
          <a:xfrm>
            <a:off x="4819650" y="3714750"/>
            <a:ext cx="28575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9A1B8C57-7345-42DF-A6E0-E7F1EFB7C2B1}"/>
              </a:ext>
            </a:extLst>
          </p:cNvPr>
          <p:cNvSpPr>
            <a:spLocks noGrp="1"/>
          </p:cNvSpPr>
          <p:nvPr/>
        </p:nvSpPr>
        <p:spPr>
          <a:xfrm>
            <a:off x="5181600" y="3676650"/>
            <a:ext cx="3486150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듣기 · 재시도 · 종료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C607AF0-5C57-49F3-B484-B308FF23EED1}"/>
              </a:ext>
            </a:extLst>
          </p:cNvPr>
          <p:cNvSpPr>
            <a:spLocks noGrp="1"/>
          </p:cNvSpPr>
          <p:nvPr/>
        </p:nvSpPr>
        <p:spPr>
          <a:xfrm>
            <a:off x="4838700" y="4038600"/>
            <a:ext cx="3829050" cy="438150"/>
          </a:xfrm>
          <a:prstGeom prst="roundRect">
            <a:avLst>
              <a:gd name="adj" fmla="val 17391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t"/>
          <a:lstStyle/>
          <a:p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AI 텍스트는 항상 표시하고 TTS 듣기·정지를 제공합니다. 실패 응답 재시도와 수동·1시간 미활동 종료를 지원합니다.</a:t>
            </a:r>
          </a:p>
        </p:txBody>
      </p:sp>
    </p:spTree>
    <p:extLst>
      <p:ext uri="{BB962C8B-B14F-4D97-AF65-F5344CB8AC3E}">
        <p14:creationId xmlns:p14="http://schemas.microsoft.com/office/powerpoint/2010/main" val="1035297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38673E2-D046-4E56-988A-82047F9E49A8}"/>
              </a:ext>
            </a:extLst>
          </p:cNvPr>
          <p:cNvSpPr>
            <a:spLocks noGrp="1"/>
          </p:cNvSpPr>
          <p:nvPr/>
        </p:nvSpPr>
        <p:spPr>
          <a:xfrm>
            <a:off x="0" y="18288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대시보드 — 갈망 단계 · 이벤트 · AUQ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040A6F7-E9B4-443E-A585-DC8667FBAB4A}"/>
              </a:ext>
            </a:extLst>
          </p:cNvPr>
          <p:cNvSpPr>
            <a:spLocks noGrp="1"/>
          </p:cNvSpPr>
          <p:nvPr/>
        </p:nvSpPr>
        <p:spPr>
          <a:xfrm>
            <a:off x="0" y="621792"/>
            <a:ext cx="9144000" cy="32004"/>
          </a:xfrm>
          <a:prstGeom prst="rect">
            <a:avLst/>
          </a:prstGeom>
          <a:solidFill>
            <a:srgbClr val="267A73"/>
          </a:solidFill>
          <a:ln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1C351BC-EC17-4D3F-BEEC-12ECE864262F}"/>
              </a:ext>
            </a:extLst>
          </p:cNvPr>
          <p:cNvSpPr>
            <a:spLocks noGrp="1"/>
          </p:cNvSpPr>
          <p:nvPr/>
        </p:nvSpPr>
        <p:spPr>
          <a:xfrm>
            <a:off x="8641080" y="484632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8841304-95C8-437D-AF2B-AC1D13332F10}"/>
              </a:ext>
            </a:extLst>
          </p:cNvPr>
          <p:cNvSpPr>
            <a:spLocks noGrp="1"/>
          </p:cNvSpPr>
          <p:nvPr/>
        </p:nvSpPr>
        <p:spPr>
          <a:xfrm>
            <a:off x="400050" y="952500"/>
            <a:ext cx="1562100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NT-08 · 대시보드 · 상단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A993AD9-03AF-4B8A-B459-96D602F9300B}"/>
              </a:ext>
            </a:extLst>
          </p:cNvPr>
          <p:cNvSpPr>
            <a:spLocks noGrp="1"/>
          </p:cNvSpPr>
          <p:nvPr/>
        </p:nvSpPr>
        <p:spPr>
          <a:xfrm>
            <a:off x="2190750" y="952500"/>
            <a:ext cx="1562100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NT-08 · 대시보드 · 아래</a:t>
            </a:r>
          </a:p>
        </p:txBody>
      </p:sp>
      <p:pic>
        <p:nvPicPr>
          <p:cNvPr id="34" name="그림 32"/>
          <p:cNvPicPr>
            <a:picLocks noChangeAspect="1"/>
          </p:cNvPicPr>
          <p:nvPr/>
        </p:nvPicPr>
        <p:blipFill>
          <a:blip r:embed="rId3"/>
          <a:srcRect t="1" b="1"/>
          <a:stretch>
            <a:fillRect/>
          </a:stretch>
        </p:blipFill>
        <p:spPr>
          <a:xfrm>
            <a:off x="400050" y="1162050"/>
            <a:ext cx="1562100" cy="347129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5" name="그림 34"/>
          <p:cNvPicPr>
            <a:picLocks noChangeAspect="1"/>
          </p:cNvPicPr>
          <p:nvPr/>
        </p:nvPicPr>
        <p:blipFill>
          <a:blip r:embed="rId4"/>
          <a:srcRect t="1" b="1"/>
          <a:stretch>
            <a:fillRect/>
          </a:stretch>
        </p:blipFill>
        <p:spPr>
          <a:xfrm>
            <a:off x="2190750" y="1162050"/>
            <a:ext cx="1562100" cy="347129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15240B4C-73E4-4A05-A2EB-406BDA2A02FA}"/>
              </a:ext>
            </a:extLst>
          </p:cNvPr>
          <p:cNvSpPr>
            <a:spLocks noGrp="1"/>
          </p:cNvSpPr>
          <p:nvPr/>
        </p:nvSpPr>
        <p:spPr>
          <a:xfrm>
            <a:off x="2190750" y="4648200"/>
            <a:ext cx="1562100" cy="228600"/>
          </a:xfrm>
          <a:prstGeom prst="roundRect">
            <a:avLst>
              <a:gd name="adj" fmla="val 33333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같은 스크롤 · 아래 구간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348D10B-8422-4016-957E-7D4BBA43B068}"/>
              </a:ext>
            </a:extLst>
          </p:cNvPr>
          <p:cNvSpPr>
            <a:spLocks noGrp="1"/>
          </p:cNvSpPr>
          <p:nvPr/>
        </p:nvSpPr>
        <p:spPr>
          <a:xfrm>
            <a:off x="4095750" y="1162050"/>
            <a:ext cx="472440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AF1FFD8A-693A-425D-A1A3-400ED4737C38}"/>
              </a:ext>
            </a:extLst>
          </p:cNvPr>
          <p:cNvSpPr>
            <a:spLocks noGrp="1"/>
          </p:cNvSpPr>
          <p:nvPr/>
        </p:nvSpPr>
        <p:spPr>
          <a:xfrm>
            <a:off x="4229100" y="1295400"/>
            <a:ext cx="285750" cy="285750"/>
          </a:xfrm>
          <a:prstGeom prst="ellipse">
            <a:avLst/>
          </a:prstGeom>
          <a:solidFill>
            <a:srgbClr val="267A73"/>
          </a:solidFill>
          <a:ln w="0">
            <a:noFill/>
            <a:prstDash val="solid"/>
          </a:ln>
        </p:spPr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66F4491C-AD63-473D-AB3B-AD5ADDFC9797}"/>
              </a:ext>
            </a:extLst>
          </p:cNvPr>
          <p:cNvSpPr>
            <a:spLocks noGrp="1"/>
          </p:cNvSpPr>
          <p:nvPr/>
        </p:nvSpPr>
        <p:spPr>
          <a:xfrm>
            <a:off x="4229100" y="1295400"/>
            <a:ext cx="28575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851B0349-D070-4BD2-B2BF-1AD5A9A695BA}"/>
              </a:ext>
            </a:extLst>
          </p:cNvPr>
          <p:cNvSpPr>
            <a:spLocks noGrp="1"/>
          </p:cNvSpPr>
          <p:nvPr/>
        </p:nvSpPr>
        <p:spPr>
          <a:xfrm>
            <a:off x="4591050" y="1257300"/>
            <a:ext cx="4076700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갈망 단계 중첩 막대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8E4095DF-177D-409B-8D44-B06AAAB136A7}"/>
              </a:ext>
            </a:extLst>
          </p:cNvPr>
          <p:cNvSpPr>
            <a:spLocks noGrp="1"/>
          </p:cNvSpPr>
          <p:nvPr/>
        </p:nvSpPr>
        <p:spPr>
          <a:xfrm>
            <a:off x="4248150" y="1619250"/>
            <a:ext cx="4419600" cy="342900"/>
          </a:xfrm>
          <a:prstGeom prst="roundRect">
            <a:avLst>
              <a:gd name="adj" fmla="val 22222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t"/>
          <a:lstStyle/>
          <a:p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시간별 한 막대에 낮음·관찰·주의·높음 표본 비율을 중첩합니다. 선택하면 단계 비율과 표본 수를 보여 줍니다.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35E6A0EE-0BBE-4D92-8F72-EEAF4991B7D6}"/>
              </a:ext>
            </a:extLst>
          </p:cNvPr>
          <p:cNvSpPr>
            <a:spLocks noGrp="1"/>
          </p:cNvSpPr>
          <p:nvPr/>
        </p:nvSpPr>
        <p:spPr>
          <a:xfrm>
            <a:off x="4095750" y="2190750"/>
            <a:ext cx="4724400" cy="10287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CD194A8D-59C3-48D5-8EA1-44A98134F1A8}"/>
              </a:ext>
            </a:extLst>
          </p:cNvPr>
          <p:cNvSpPr>
            <a:spLocks noGrp="1"/>
          </p:cNvSpPr>
          <p:nvPr/>
        </p:nvSpPr>
        <p:spPr>
          <a:xfrm>
            <a:off x="4229100" y="2324100"/>
            <a:ext cx="285750" cy="285750"/>
          </a:xfrm>
          <a:prstGeom prst="ellipse">
            <a:avLst/>
          </a:prstGeom>
          <a:solidFill>
            <a:srgbClr val="267A73"/>
          </a:solidFill>
          <a:ln w="0">
            <a:noFill/>
            <a:prstDash val="solid"/>
          </a:ln>
        </p:spPr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0D279F1F-DC5D-43D7-AF06-9B1049D8675F}"/>
              </a:ext>
            </a:extLst>
          </p:cNvPr>
          <p:cNvSpPr>
            <a:spLocks noGrp="1"/>
          </p:cNvSpPr>
          <p:nvPr/>
        </p:nvSpPr>
        <p:spPr>
          <a:xfrm>
            <a:off x="4229100" y="2324100"/>
            <a:ext cx="28575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99CA1A56-0C2D-4DE7-AC36-CFDB5EB62168}"/>
              </a:ext>
            </a:extLst>
          </p:cNvPr>
          <p:cNvSpPr>
            <a:spLocks noGrp="1"/>
          </p:cNvSpPr>
          <p:nvPr/>
        </p:nvSpPr>
        <p:spPr>
          <a:xfrm>
            <a:off x="4591050" y="2286000"/>
            <a:ext cx="4076700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갈망 이벤트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7304B89F-B348-4D2A-8D37-443AC917417E}"/>
              </a:ext>
            </a:extLst>
          </p:cNvPr>
          <p:cNvSpPr>
            <a:spLocks noGrp="1"/>
          </p:cNvSpPr>
          <p:nvPr/>
        </p:nvSpPr>
        <p:spPr>
          <a:xfrm>
            <a:off x="4248150" y="2647950"/>
            <a:ext cx="4419600" cy="476250"/>
          </a:xfrm>
          <a:prstGeom prst="roundRect">
            <a:avLst>
              <a:gd name="adj" fmla="val 16000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t"/>
          <a:lstStyle/>
          <a:p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알림이 생성된 횟수를 일별 막대로 표시합니다. 데이터 없음과 예측은 있었지만 이벤트 0건인 날을 구분합니다.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2F5BFBAD-718C-4770-974D-BD463EEDAFEE}"/>
              </a:ext>
            </a:extLst>
          </p:cNvPr>
          <p:cNvSpPr>
            <a:spLocks noGrp="1"/>
          </p:cNvSpPr>
          <p:nvPr/>
        </p:nvSpPr>
        <p:spPr>
          <a:xfrm>
            <a:off x="4095750" y="3352800"/>
            <a:ext cx="47244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CBBE608E-ED7A-4AE7-9EBB-DC84A0A60650}"/>
              </a:ext>
            </a:extLst>
          </p:cNvPr>
          <p:cNvSpPr>
            <a:spLocks noGrp="1"/>
          </p:cNvSpPr>
          <p:nvPr/>
        </p:nvSpPr>
        <p:spPr>
          <a:xfrm>
            <a:off x="4229100" y="3486150"/>
            <a:ext cx="285750" cy="285750"/>
          </a:xfrm>
          <a:prstGeom prst="ellipse">
            <a:avLst/>
          </a:prstGeom>
          <a:solidFill>
            <a:srgbClr val="267A73"/>
          </a:solidFill>
          <a:ln w="0">
            <a:noFill/>
            <a:prstDash val="solid"/>
          </a:ln>
        </p:spPr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9ED4F823-7EED-476B-9DE7-7FA165A40F49}"/>
              </a:ext>
            </a:extLst>
          </p:cNvPr>
          <p:cNvSpPr>
            <a:spLocks noGrp="1"/>
          </p:cNvSpPr>
          <p:nvPr/>
        </p:nvSpPr>
        <p:spPr>
          <a:xfrm>
            <a:off x="4229100" y="3486150"/>
            <a:ext cx="28575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4DAA3FE8-00DB-4BA6-989A-5404EA22D733}"/>
              </a:ext>
            </a:extLst>
          </p:cNvPr>
          <p:cNvSpPr>
            <a:spLocks noGrp="1"/>
          </p:cNvSpPr>
          <p:nvPr/>
        </p:nvSpPr>
        <p:spPr>
          <a:xfrm>
            <a:off x="4591050" y="3448050"/>
            <a:ext cx="4076700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AUQ 기록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A2647D7A-60CA-4A1F-8A5C-40EFD6239985}"/>
              </a:ext>
            </a:extLst>
          </p:cNvPr>
          <p:cNvSpPr>
            <a:spLocks noGrp="1"/>
          </p:cNvSpPr>
          <p:nvPr/>
        </p:nvSpPr>
        <p:spPr>
          <a:xfrm>
            <a:off x="4248150" y="3810000"/>
            <a:ext cx="4419600" cy="514350"/>
          </a:xfrm>
          <a:prstGeom prst="roundRect">
            <a:avLst>
              <a:gd name="adj" fmla="val 14815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t"/>
          <a:lstStyle/>
          <a:p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AUQ는 총점 X/56과 응답 횟수로 표시합니다. 선택한 시간·날짜의 평균과 응답 수를 상세로 보여 줍니다.</a:t>
            </a:r>
          </a:p>
        </p:txBody>
      </p:sp>
    </p:spTree>
    <p:extLst>
      <p:ext uri="{BB962C8B-B14F-4D97-AF65-F5344CB8AC3E}">
        <p14:creationId xmlns:p14="http://schemas.microsoft.com/office/powerpoint/2010/main" val="1943053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FE68876-297C-4827-AE67-5351AA911524}"/>
              </a:ext>
            </a:extLst>
          </p:cNvPr>
          <p:cNvSpPr>
            <a:spLocks noGrp="1"/>
          </p:cNvSpPr>
          <p:nvPr/>
        </p:nvSpPr>
        <p:spPr>
          <a:xfrm>
            <a:off x="0" y="18288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얼굴 측정 — 20초 rPPG 시나리오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751C7DC-8341-470D-AC6F-89C3A737D83B}"/>
              </a:ext>
            </a:extLst>
          </p:cNvPr>
          <p:cNvSpPr>
            <a:spLocks noGrp="1"/>
          </p:cNvSpPr>
          <p:nvPr/>
        </p:nvSpPr>
        <p:spPr>
          <a:xfrm>
            <a:off x="0" y="621792"/>
            <a:ext cx="9144000" cy="32004"/>
          </a:xfrm>
          <a:prstGeom prst="rect">
            <a:avLst/>
          </a:prstGeom>
          <a:solidFill>
            <a:srgbClr val="267A73"/>
          </a:solidFill>
          <a:ln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65749C8-CBD1-4D39-BEDA-17838E21681A}"/>
              </a:ext>
            </a:extLst>
          </p:cNvPr>
          <p:cNvSpPr>
            <a:spLocks noGrp="1"/>
          </p:cNvSpPr>
          <p:nvPr/>
        </p:nvSpPr>
        <p:spPr>
          <a:xfrm>
            <a:off x="8641080" y="484632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DD865C4-9D0B-431C-A161-CBE74E3A0CC6}"/>
              </a:ext>
            </a:extLst>
          </p:cNvPr>
          <p:cNvSpPr>
            <a:spLocks noGrp="1"/>
          </p:cNvSpPr>
          <p:nvPr/>
        </p:nvSpPr>
        <p:spPr>
          <a:xfrm>
            <a:off x="2292858" y="836485"/>
            <a:ext cx="1143000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NT-04R · rPPG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42A2267-CBCF-43A7-AE84-A88CC602D566}"/>
              </a:ext>
            </a:extLst>
          </p:cNvPr>
          <p:cNvSpPr>
            <a:spLocks noGrp="1"/>
          </p:cNvSpPr>
          <p:nvPr/>
        </p:nvSpPr>
        <p:spPr>
          <a:xfrm>
            <a:off x="5629276" y="1143000"/>
            <a:ext cx="3190874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6D9DF939-8699-45BA-A5DB-BB854D2F6C9D}"/>
              </a:ext>
            </a:extLst>
          </p:cNvPr>
          <p:cNvSpPr>
            <a:spLocks noGrp="1"/>
          </p:cNvSpPr>
          <p:nvPr/>
        </p:nvSpPr>
        <p:spPr>
          <a:xfrm>
            <a:off x="5719761" y="1276350"/>
            <a:ext cx="285750" cy="285750"/>
          </a:xfrm>
          <a:prstGeom prst="ellipse">
            <a:avLst/>
          </a:prstGeom>
          <a:solidFill>
            <a:srgbClr val="267A73"/>
          </a:solidFill>
          <a:ln w="0">
            <a:noFill/>
            <a:prstDash val="solid"/>
          </a:ln>
        </p:spPr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A8E7131-9C58-484D-B009-F1874B48FB60}"/>
              </a:ext>
            </a:extLst>
          </p:cNvPr>
          <p:cNvSpPr>
            <a:spLocks noGrp="1"/>
          </p:cNvSpPr>
          <p:nvPr/>
        </p:nvSpPr>
        <p:spPr>
          <a:xfrm>
            <a:off x="5719761" y="1276350"/>
            <a:ext cx="28575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F83C6993-0594-4A19-8AC2-14302471307F}"/>
              </a:ext>
            </a:extLst>
          </p:cNvPr>
          <p:cNvSpPr>
            <a:spLocks noGrp="1"/>
          </p:cNvSpPr>
          <p:nvPr/>
        </p:nvSpPr>
        <p:spPr>
          <a:xfrm>
            <a:off x="6005511" y="1238250"/>
            <a:ext cx="1066800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진입</a:t>
            </a:r>
            <a:r>
              <a:rPr sz="1500" b="1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1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조건</a:t>
            </a:r>
            <a:endParaRPr sz="1500" b="1" dirty="0">
              <a:solidFill>
                <a:srgbClr val="172A4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DCBAFD8-C422-4916-8E29-4C2BB5020D06}"/>
              </a:ext>
            </a:extLst>
          </p:cNvPr>
          <p:cNvSpPr>
            <a:spLocks noGrp="1"/>
          </p:cNvSpPr>
          <p:nvPr/>
        </p:nvSpPr>
        <p:spPr>
          <a:xfrm>
            <a:off x="5719760" y="1557337"/>
            <a:ext cx="3005140" cy="438150"/>
          </a:xfrm>
          <a:prstGeom prst="roundRect">
            <a:avLst>
              <a:gd name="adj" fmla="val 17391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t"/>
          <a:lstStyle/>
          <a:p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생체신호·AI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분석·카메라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rPPG·영상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보존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동의와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DGX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준비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상태가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모두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필요합니다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6C30AA38-ECFC-40A5-87FC-211140FCF8EE}"/>
              </a:ext>
            </a:extLst>
          </p:cNvPr>
          <p:cNvSpPr>
            <a:spLocks noGrp="1"/>
          </p:cNvSpPr>
          <p:nvPr/>
        </p:nvSpPr>
        <p:spPr>
          <a:xfrm>
            <a:off x="5629275" y="2228850"/>
            <a:ext cx="3190876" cy="12001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6158B547-0FA5-4F54-8471-CA3FF32C6C81}"/>
              </a:ext>
            </a:extLst>
          </p:cNvPr>
          <p:cNvSpPr>
            <a:spLocks noGrp="1"/>
          </p:cNvSpPr>
          <p:nvPr/>
        </p:nvSpPr>
        <p:spPr>
          <a:xfrm>
            <a:off x="5719761" y="2419350"/>
            <a:ext cx="285750" cy="285750"/>
          </a:xfrm>
          <a:prstGeom prst="ellipse">
            <a:avLst/>
          </a:prstGeom>
          <a:solidFill>
            <a:srgbClr val="267A73"/>
          </a:solidFill>
          <a:ln w="0">
            <a:noFill/>
            <a:prstDash val="solid"/>
          </a:ln>
        </p:spPr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693251F6-C530-4D57-9052-4004CC0E9064}"/>
              </a:ext>
            </a:extLst>
          </p:cNvPr>
          <p:cNvSpPr>
            <a:spLocks noGrp="1"/>
          </p:cNvSpPr>
          <p:nvPr/>
        </p:nvSpPr>
        <p:spPr>
          <a:xfrm>
            <a:off x="5719761" y="2419350"/>
            <a:ext cx="28575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F37EFB6-036E-41B7-8689-76AB82685B8D}"/>
              </a:ext>
            </a:extLst>
          </p:cNvPr>
          <p:cNvSpPr>
            <a:spLocks noGrp="1"/>
          </p:cNvSpPr>
          <p:nvPr/>
        </p:nvSpPr>
        <p:spPr>
          <a:xfrm>
            <a:off x="5948360" y="2381250"/>
            <a:ext cx="2366963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얼굴</a:t>
            </a:r>
            <a:r>
              <a:rPr sz="1500" b="1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1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안정화</a:t>
            </a:r>
            <a:r>
              <a:rPr sz="1500" b="1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· 20초 </a:t>
            </a:r>
            <a:r>
              <a:rPr sz="1500" b="1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촬영</a:t>
            </a:r>
            <a:endParaRPr sz="1500" b="1" dirty="0">
              <a:solidFill>
                <a:srgbClr val="172A4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BA86EB39-26F7-44EF-98C2-F230FC461DF4}"/>
              </a:ext>
            </a:extLst>
          </p:cNvPr>
          <p:cNvSpPr>
            <a:spLocks noGrp="1"/>
          </p:cNvSpPr>
          <p:nvPr/>
        </p:nvSpPr>
        <p:spPr>
          <a:xfrm>
            <a:off x="5719760" y="2743200"/>
            <a:ext cx="3005140" cy="552450"/>
          </a:xfrm>
          <a:prstGeom prst="roundRect">
            <a:avLst>
              <a:gd name="adj" fmla="val 13793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t"/>
          <a:lstStyle/>
          <a:p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한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얼굴을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안내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영역에서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1초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유지하면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자동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촬영합니다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촬영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중 1초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이상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이탈하면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취소합니다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85AADC70-517D-4175-B7CC-138F54140481}"/>
              </a:ext>
            </a:extLst>
          </p:cNvPr>
          <p:cNvSpPr>
            <a:spLocks noGrp="1"/>
          </p:cNvSpPr>
          <p:nvPr/>
        </p:nvSpPr>
        <p:spPr>
          <a:xfrm>
            <a:off x="5629276" y="3543300"/>
            <a:ext cx="3190873" cy="11049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143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F0F0778B-B9B1-4042-9382-D68326BAFD0D}"/>
              </a:ext>
            </a:extLst>
          </p:cNvPr>
          <p:cNvSpPr>
            <a:spLocks noGrp="1"/>
          </p:cNvSpPr>
          <p:nvPr/>
        </p:nvSpPr>
        <p:spPr>
          <a:xfrm>
            <a:off x="5719761" y="3676650"/>
            <a:ext cx="285750" cy="285750"/>
          </a:xfrm>
          <a:prstGeom prst="ellipse">
            <a:avLst/>
          </a:prstGeom>
          <a:solidFill>
            <a:srgbClr val="267A73"/>
          </a:solidFill>
          <a:ln w="0">
            <a:noFill/>
            <a:prstDash val="solid"/>
          </a:ln>
        </p:spPr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A9BCBD32-B3F6-4148-891A-DDD66FC610BB}"/>
              </a:ext>
            </a:extLst>
          </p:cNvPr>
          <p:cNvSpPr>
            <a:spLocks noGrp="1"/>
          </p:cNvSpPr>
          <p:nvPr/>
        </p:nvSpPr>
        <p:spPr>
          <a:xfrm>
            <a:off x="5719761" y="3676650"/>
            <a:ext cx="28575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DBB4CBA0-B344-40FD-94D3-BCDD5EC44207}"/>
              </a:ext>
            </a:extLst>
          </p:cNvPr>
          <p:cNvSpPr>
            <a:spLocks noGrp="1"/>
          </p:cNvSpPr>
          <p:nvPr/>
        </p:nvSpPr>
        <p:spPr>
          <a:xfrm>
            <a:off x="6005511" y="3638550"/>
            <a:ext cx="1962150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업로드</a:t>
            </a:r>
            <a:r>
              <a:rPr sz="1500" b="1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· DGX · </a:t>
            </a:r>
            <a:r>
              <a:rPr sz="1500" b="1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결과</a:t>
            </a:r>
            <a:endParaRPr sz="1500" b="1" dirty="0">
              <a:solidFill>
                <a:srgbClr val="172A4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9860FE89-C4BB-4AFD-BD67-B4110EE94BB8}"/>
              </a:ext>
            </a:extLst>
          </p:cNvPr>
          <p:cNvSpPr>
            <a:spLocks noGrp="1"/>
          </p:cNvSpPr>
          <p:nvPr/>
        </p:nvSpPr>
        <p:spPr>
          <a:xfrm>
            <a:off x="5719760" y="4000500"/>
            <a:ext cx="3005140" cy="438150"/>
          </a:xfrm>
          <a:prstGeom prst="roundRect">
            <a:avLst>
              <a:gd name="adj" fmla="val 17391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t"/>
          <a:lstStyle/>
          <a:p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로컬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영상을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지우고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DGX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분석을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기다립니다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완료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결과는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DB와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홈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결과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카드에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반영합니다</a:t>
            </a:r>
            <a:r>
              <a:rPr sz="1050" b="0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pic>
        <p:nvPicPr>
          <p:cNvPr id="24" name="그림 29">
            <a:extLst>
              <a:ext uri="{FF2B5EF4-FFF2-40B4-BE49-F238E27FC236}">
                <a16:creationId xmlns:a16="http://schemas.microsoft.com/office/drawing/2014/main" id="{7F8011F1-6EF3-4330-910E-2240912789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96" b="1296"/>
          <a:stretch>
            <a:fillRect/>
          </a:stretch>
        </p:blipFill>
        <p:spPr>
          <a:xfrm>
            <a:off x="419100" y="1200150"/>
            <a:ext cx="1499616" cy="32461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5" name="그림 30">
            <a:extLst>
              <a:ext uri="{FF2B5EF4-FFF2-40B4-BE49-F238E27FC236}">
                <a16:creationId xmlns:a16="http://schemas.microsoft.com/office/drawing/2014/main" id="{C7083FBE-4FA1-4DA4-9EB1-B6BE5E76263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296" b="1296"/>
          <a:stretch>
            <a:fillRect/>
          </a:stretch>
        </p:blipFill>
        <p:spPr>
          <a:xfrm>
            <a:off x="2114550" y="1200150"/>
            <a:ext cx="1499616" cy="32461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6" name="그림 31">
            <a:extLst>
              <a:ext uri="{FF2B5EF4-FFF2-40B4-BE49-F238E27FC236}">
                <a16:creationId xmlns:a16="http://schemas.microsoft.com/office/drawing/2014/main" id="{4E66B9EE-EFA7-4BBD-81CC-46D3BE24EAE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296" b="1296"/>
          <a:stretch>
            <a:fillRect/>
          </a:stretch>
        </p:blipFill>
        <p:spPr>
          <a:xfrm>
            <a:off x="3810000" y="1200150"/>
            <a:ext cx="1499616" cy="324612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25888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CEBAA82-50A1-47E7-BD5C-3AF29452A93A}"/>
              </a:ext>
            </a:extLst>
          </p:cNvPr>
          <p:cNvSpPr>
            <a:spLocks noGrp="1"/>
          </p:cNvSpPr>
          <p:nvPr/>
        </p:nvSpPr>
        <p:spPr>
          <a:xfrm>
            <a:off x="0" y="18288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파이프라인 1 — 시작·홈·측정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CD52AFA-0EFB-4043-8415-D8DB8108F9CF}"/>
              </a:ext>
            </a:extLst>
          </p:cNvPr>
          <p:cNvSpPr>
            <a:spLocks noGrp="1"/>
          </p:cNvSpPr>
          <p:nvPr/>
        </p:nvSpPr>
        <p:spPr>
          <a:xfrm>
            <a:off x="0" y="621792"/>
            <a:ext cx="9144000" cy="32004"/>
          </a:xfrm>
          <a:prstGeom prst="rect">
            <a:avLst/>
          </a:prstGeom>
          <a:solidFill>
            <a:srgbClr val="267A73"/>
          </a:solidFill>
          <a:ln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0A005E4-FE64-4250-B46D-6318A5D990E7}"/>
              </a:ext>
            </a:extLst>
          </p:cNvPr>
          <p:cNvSpPr>
            <a:spLocks noGrp="1"/>
          </p:cNvSpPr>
          <p:nvPr/>
        </p:nvSpPr>
        <p:spPr>
          <a:xfrm>
            <a:off x="8641080" y="484632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520D69A-C3B2-40BF-A66E-1135E828C2CA}"/>
              </a:ext>
            </a:extLst>
          </p:cNvPr>
          <p:cNvSpPr>
            <a:spLocks noGrp="1"/>
          </p:cNvSpPr>
          <p:nvPr/>
        </p:nvSpPr>
        <p:spPr>
          <a:xfrm>
            <a:off x="342900" y="1009650"/>
            <a:ext cx="1219200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NT-01 · 제품 안내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B5FCF6B-1E34-4EF9-A39C-283359599553}"/>
              </a:ext>
            </a:extLst>
          </p:cNvPr>
          <p:cNvSpPr>
            <a:spLocks noGrp="1"/>
          </p:cNvSpPr>
          <p:nvPr/>
        </p:nvSpPr>
        <p:spPr>
          <a:xfrm>
            <a:off x="1619250" y="1009650"/>
            <a:ext cx="1219200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NT-02 · 가입 · 로그인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6EB1116-178C-4DD9-BBE3-DCAB3C3A8D8D}"/>
              </a:ext>
            </a:extLst>
          </p:cNvPr>
          <p:cNvSpPr>
            <a:spLocks noGrp="1"/>
          </p:cNvSpPr>
          <p:nvPr/>
        </p:nvSpPr>
        <p:spPr>
          <a:xfrm>
            <a:off x="2895600" y="1009650"/>
            <a:ext cx="1219200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NT-03 · 동의 · 권한</a:t>
            </a:r>
          </a:p>
        </p:txBody>
      </p:sp>
      <p:pic>
        <p:nvPicPr>
          <p:cNvPr id="63" name="그림 60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00050" y="1238250"/>
            <a:ext cx="1162050" cy="258232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4" name="그림 6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657350" y="1238250"/>
            <a:ext cx="1162050" cy="258232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5" name="그림 62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914650" y="1238250"/>
            <a:ext cx="1162050" cy="258232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704D1B42-59B7-4851-815D-97DE6DA8CFD2}"/>
              </a:ext>
            </a:extLst>
          </p:cNvPr>
          <p:cNvSpPr>
            <a:spLocks noGrp="1"/>
          </p:cNvSpPr>
          <p:nvPr/>
        </p:nvSpPr>
        <p:spPr>
          <a:xfrm>
            <a:off x="400050" y="3962400"/>
            <a:ext cx="3676650" cy="552450"/>
          </a:xfrm>
          <a:prstGeom prst="roundRect">
            <a:avLst>
              <a:gd name="adj" fmla="val 13793"/>
            </a:avLst>
          </a:prstGeom>
          <a:solidFill>
            <a:srgbClr val="EAF4F2"/>
          </a:solidFill>
          <a:ln w="19050">
            <a:solidFill>
              <a:srgbClr val="267A73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966A88C7-1910-4D0F-9A9E-241DA5018747}"/>
              </a:ext>
            </a:extLst>
          </p:cNvPr>
          <p:cNvSpPr>
            <a:spLocks noGrp="1"/>
          </p:cNvSpPr>
          <p:nvPr/>
        </p:nvSpPr>
        <p:spPr>
          <a:xfrm>
            <a:off x="476250" y="4029075"/>
            <a:ext cx="3524250" cy="247650"/>
          </a:xfrm>
          <a:prstGeom prst="roundRect">
            <a:avLst>
              <a:gd name="adj" fmla="val 3076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NT-04 · 홈과 측정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48269154-2842-4FBC-9A45-53CCC43B7BFF}"/>
              </a:ext>
            </a:extLst>
          </p:cNvPr>
          <p:cNvSpPr>
            <a:spLocks noGrp="1"/>
          </p:cNvSpPr>
          <p:nvPr/>
        </p:nvSpPr>
        <p:spPr>
          <a:xfrm>
            <a:off x="476250" y="4286250"/>
            <a:ext cx="3524250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설정 → NT-09 · 탭 → NT-08/NT-07 · 얼굴 측정 → NT-04R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A9AF464-1B6E-47F0-AC87-64220763CA73}"/>
              </a:ext>
            </a:extLst>
          </p:cNvPr>
          <p:cNvSpPr>
            <a:spLocks noGrp="1"/>
          </p:cNvSpPr>
          <p:nvPr/>
        </p:nvSpPr>
        <p:spPr>
          <a:xfrm>
            <a:off x="4705350" y="1009650"/>
            <a:ext cx="1066800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누르는 항목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33A82640-EB3A-404A-A62B-CD29E91424EE}"/>
              </a:ext>
            </a:extLst>
          </p:cNvPr>
          <p:cNvSpPr>
            <a:spLocks noGrp="1"/>
          </p:cNvSpPr>
          <p:nvPr/>
        </p:nvSpPr>
        <p:spPr>
          <a:xfrm>
            <a:off x="6038850" y="1009650"/>
            <a:ext cx="1466850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앱 반응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D5FBFA8-193C-4246-8B8C-729999658518}"/>
              </a:ext>
            </a:extLst>
          </p:cNvPr>
          <p:cNvSpPr>
            <a:spLocks noGrp="1"/>
          </p:cNvSpPr>
          <p:nvPr/>
        </p:nvSpPr>
        <p:spPr>
          <a:xfrm>
            <a:off x="7772400" y="1009650"/>
            <a:ext cx="1047750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이동·유지 화면</a:t>
            </a:r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E7D5C803-AE87-451A-B28C-01AF0AEE094F}"/>
              </a:ext>
            </a:extLst>
          </p:cNvPr>
          <p:cNvSpPr>
            <a:spLocks noGrp="1"/>
          </p:cNvSpPr>
          <p:nvPr/>
        </p:nvSpPr>
        <p:spPr>
          <a:xfrm>
            <a:off x="5791200" y="1447800"/>
            <a:ext cx="1905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AFCDE8BB-67CA-481D-8B51-FAC78BC4155E}"/>
              </a:ext>
            </a:extLst>
          </p:cNvPr>
          <p:cNvSpPr>
            <a:spLocks noGrp="1"/>
          </p:cNvSpPr>
          <p:nvPr/>
        </p:nvSpPr>
        <p:spPr>
          <a:xfrm>
            <a:off x="7524750" y="1447800"/>
            <a:ext cx="1905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828A7416-781E-422B-BE93-38DD3A1BB32E}"/>
              </a:ext>
            </a:extLst>
          </p:cNvPr>
          <p:cNvSpPr>
            <a:spLocks noGrp="1"/>
          </p:cNvSpPr>
          <p:nvPr/>
        </p:nvSpPr>
        <p:spPr>
          <a:xfrm>
            <a:off x="4343400" y="1390650"/>
            <a:ext cx="247650" cy="247650"/>
          </a:xfrm>
          <a:prstGeom prst="ellipse">
            <a:avLst/>
          </a:prstGeom>
          <a:solidFill>
            <a:srgbClr val="5B7470"/>
          </a:solidFill>
          <a:ln w="0">
            <a:noFill/>
            <a:prstDash val="solid"/>
          </a:ln>
        </p:spPr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1403634D-0D34-469C-BBBA-FEBE680CB77D}"/>
              </a:ext>
            </a:extLst>
          </p:cNvPr>
          <p:cNvSpPr>
            <a:spLocks noGrp="1"/>
          </p:cNvSpPr>
          <p:nvPr/>
        </p:nvSpPr>
        <p:spPr>
          <a:xfrm>
            <a:off x="4343400" y="1390650"/>
            <a:ext cx="247650" cy="247650"/>
          </a:xfrm>
          <a:prstGeom prst="roundRect">
            <a:avLst>
              <a:gd name="adj" fmla="val 3076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236EEF3-FF45-4AF8-8296-190CA18E4B5D}"/>
              </a:ext>
            </a:extLst>
          </p:cNvPr>
          <p:cNvSpPr>
            <a:spLocks noGrp="1"/>
          </p:cNvSpPr>
          <p:nvPr/>
        </p:nvSpPr>
        <p:spPr>
          <a:xfrm>
            <a:off x="4705350" y="1238250"/>
            <a:ext cx="1066800" cy="552450"/>
          </a:xfrm>
          <a:prstGeom prst="roundRect">
            <a:avLst>
              <a:gd name="adj" fmla="val 13793"/>
            </a:avLst>
          </a:prstGeom>
          <a:solidFill>
            <a:srgbClr val="267A73"/>
          </a:solidFill>
          <a:ln w="9525">
            <a:solidFill>
              <a:srgbClr val="267A73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확인하고 계속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563F1C91-AFBB-4C94-A078-2F6DBBBBFF6F}"/>
              </a:ext>
            </a:extLst>
          </p:cNvPr>
          <p:cNvSpPr>
            <a:spLocks noGrp="1"/>
          </p:cNvSpPr>
          <p:nvPr/>
        </p:nvSpPr>
        <p:spPr>
          <a:xfrm>
            <a:off x="6038850" y="1238250"/>
            <a:ext cx="14668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제품 안내 확인 상태를 저장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21F97F0-F6ED-4CBA-B482-04D6B6689016}"/>
              </a:ext>
            </a:extLst>
          </p:cNvPr>
          <p:cNvSpPr>
            <a:spLocks noGrp="1"/>
          </p:cNvSpPr>
          <p:nvPr/>
        </p:nvSpPr>
        <p:spPr>
          <a:xfrm>
            <a:off x="7772400" y="1238250"/>
            <a:ext cx="1047750" cy="552450"/>
          </a:xfrm>
          <a:prstGeom prst="roundRect">
            <a:avLst>
              <a:gd name="adj" fmla="val 13793"/>
            </a:avLst>
          </a:prstGeom>
          <a:solidFill>
            <a:srgbClr val="F2F8F7"/>
          </a:solidFill>
          <a:ln w="9525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NT-02</a:t>
            </a:r>
          </a:p>
          <a:p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가입·로그인</a:t>
            </a:r>
          </a:p>
        </p:txBody>
      </p:sp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77629D7A-2A0A-4491-8A37-C03F6576E74D}"/>
              </a:ext>
            </a:extLst>
          </p:cNvPr>
          <p:cNvSpPr>
            <a:spLocks noGrp="1"/>
          </p:cNvSpPr>
          <p:nvPr/>
        </p:nvSpPr>
        <p:spPr>
          <a:xfrm>
            <a:off x="5791200" y="2114550"/>
            <a:ext cx="1905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5C240264-C58D-426B-BF26-E8429142A1ED}"/>
              </a:ext>
            </a:extLst>
          </p:cNvPr>
          <p:cNvSpPr>
            <a:spLocks noGrp="1"/>
          </p:cNvSpPr>
          <p:nvPr/>
        </p:nvSpPr>
        <p:spPr>
          <a:xfrm>
            <a:off x="7524750" y="2114550"/>
            <a:ext cx="1905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6175B002-7494-4328-8F4C-93C326E4A804}"/>
              </a:ext>
            </a:extLst>
          </p:cNvPr>
          <p:cNvSpPr>
            <a:spLocks noGrp="1"/>
          </p:cNvSpPr>
          <p:nvPr/>
        </p:nvSpPr>
        <p:spPr>
          <a:xfrm>
            <a:off x="4343400" y="2057400"/>
            <a:ext cx="247650" cy="247650"/>
          </a:xfrm>
          <a:prstGeom prst="ellipse">
            <a:avLst/>
          </a:prstGeom>
          <a:solidFill>
            <a:srgbClr val="5B7470"/>
          </a:solidFill>
          <a:ln w="0">
            <a:noFill/>
            <a:prstDash val="solid"/>
          </a:ln>
        </p:spPr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713FF750-2BEE-45B1-A9D0-D778C821E147}"/>
              </a:ext>
            </a:extLst>
          </p:cNvPr>
          <p:cNvSpPr>
            <a:spLocks noGrp="1"/>
          </p:cNvSpPr>
          <p:nvPr/>
        </p:nvSpPr>
        <p:spPr>
          <a:xfrm>
            <a:off x="4343400" y="2057400"/>
            <a:ext cx="247650" cy="247650"/>
          </a:xfrm>
          <a:prstGeom prst="roundRect">
            <a:avLst>
              <a:gd name="adj" fmla="val 3076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C4984756-5F4D-41B6-9958-7A0A477CD042}"/>
              </a:ext>
            </a:extLst>
          </p:cNvPr>
          <p:cNvSpPr>
            <a:spLocks noGrp="1"/>
          </p:cNvSpPr>
          <p:nvPr/>
        </p:nvSpPr>
        <p:spPr>
          <a:xfrm>
            <a:off x="4705350" y="1905000"/>
            <a:ext cx="1066800" cy="552450"/>
          </a:xfrm>
          <a:prstGeom prst="roundRect">
            <a:avLst>
              <a:gd name="adj" fmla="val 13793"/>
            </a:avLst>
          </a:prstGeom>
          <a:solidFill>
            <a:srgbClr val="267A73"/>
          </a:solidFill>
          <a:ln w="9525">
            <a:solidFill>
              <a:srgbClr val="267A73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가입하고 시작</a:t>
            </a:r>
          </a:p>
          <a:p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기존 계정 로그인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A0013499-D1A3-4984-A7B5-5E03C88D4D95}"/>
              </a:ext>
            </a:extLst>
          </p:cNvPr>
          <p:cNvSpPr>
            <a:spLocks noGrp="1"/>
          </p:cNvSpPr>
          <p:nvPr/>
        </p:nvSpPr>
        <p:spPr>
          <a:xfrm>
            <a:off x="6038850" y="1905000"/>
            <a:ext cx="14668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계정 처리 후 필요한 동의 상태를 확인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88160918-A520-45E0-AA7B-6D1E89902074}"/>
              </a:ext>
            </a:extLst>
          </p:cNvPr>
          <p:cNvSpPr>
            <a:spLocks noGrp="1"/>
          </p:cNvSpPr>
          <p:nvPr/>
        </p:nvSpPr>
        <p:spPr>
          <a:xfrm>
            <a:off x="7772400" y="1905000"/>
            <a:ext cx="1047750" cy="552450"/>
          </a:xfrm>
          <a:prstGeom prst="roundRect">
            <a:avLst>
              <a:gd name="adj" fmla="val 13793"/>
            </a:avLst>
          </a:prstGeom>
          <a:solidFill>
            <a:srgbClr val="F2F8F7"/>
          </a:solidFill>
          <a:ln w="9525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NT-03 /</a:t>
            </a:r>
          </a:p>
          <a:p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NT-04</a:t>
            </a:r>
          </a:p>
        </p:txBody>
      </p:sp>
      <p:sp>
        <p:nvSpPr>
          <p:cNvPr id="33" name="화살표: 오른쪽 32">
            <a:extLst>
              <a:ext uri="{FF2B5EF4-FFF2-40B4-BE49-F238E27FC236}">
                <a16:creationId xmlns:a16="http://schemas.microsoft.com/office/drawing/2014/main" id="{19D4B0C4-1D10-42B0-B814-3106188AC76D}"/>
              </a:ext>
            </a:extLst>
          </p:cNvPr>
          <p:cNvSpPr>
            <a:spLocks noGrp="1"/>
          </p:cNvSpPr>
          <p:nvPr/>
        </p:nvSpPr>
        <p:spPr>
          <a:xfrm>
            <a:off x="5791200" y="2781300"/>
            <a:ext cx="1905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34" name="화살표: 오른쪽 33">
            <a:extLst>
              <a:ext uri="{FF2B5EF4-FFF2-40B4-BE49-F238E27FC236}">
                <a16:creationId xmlns:a16="http://schemas.microsoft.com/office/drawing/2014/main" id="{776992D2-0DC5-404C-935D-6D8B70A68A50}"/>
              </a:ext>
            </a:extLst>
          </p:cNvPr>
          <p:cNvSpPr>
            <a:spLocks noGrp="1"/>
          </p:cNvSpPr>
          <p:nvPr/>
        </p:nvSpPr>
        <p:spPr>
          <a:xfrm>
            <a:off x="7524750" y="2781300"/>
            <a:ext cx="1905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D6C0333D-7D1F-4351-AC2B-6879F0710E40}"/>
              </a:ext>
            </a:extLst>
          </p:cNvPr>
          <p:cNvSpPr>
            <a:spLocks noGrp="1"/>
          </p:cNvSpPr>
          <p:nvPr/>
        </p:nvSpPr>
        <p:spPr>
          <a:xfrm>
            <a:off x="4343400" y="2724150"/>
            <a:ext cx="247650" cy="247650"/>
          </a:xfrm>
          <a:prstGeom prst="ellipse">
            <a:avLst/>
          </a:prstGeom>
          <a:solidFill>
            <a:srgbClr val="267A73"/>
          </a:solidFill>
          <a:ln w="0">
            <a:noFill/>
            <a:prstDash val="solid"/>
          </a:ln>
        </p:spPr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80FFD08E-E286-4235-ADC0-E8BCC6083892}"/>
              </a:ext>
            </a:extLst>
          </p:cNvPr>
          <p:cNvSpPr>
            <a:spLocks noGrp="1"/>
          </p:cNvSpPr>
          <p:nvPr/>
        </p:nvSpPr>
        <p:spPr>
          <a:xfrm>
            <a:off x="4343400" y="2724150"/>
            <a:ext cx="247650" cy="247650"/>
          </a:xfrm>
          <a:prstGeom prst="roundRect">
            <a:avLst>
              <a:gd name="adj" fmla="val 3076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5D3EDEFC-BC3E-43A7-85BA-4094C29D914F}"/>
              </a:ext>
            </a:extLst>
          </p:cNvPr>
          <p:cNvSpPr>
            <a:spLocks noGrp="1"/>
          </p:cNvSpPr>
          <p:nvPr/>
        </p:nvSpPr>
        <p:spPr>
          <a:xfrm>
            <a:off x="4705350" y="2571750"/>
            <a:ext cx="1066800" cy="552450"/>
          </a:xfrm>
          <a:prstGeom prst="roundRect">
            <a:avLst>
              <a:gd name="adj" fmla="val 13793"/>
            </a:avLst>
          </a:prstGeom>
          <a:solidFill>
            <a:srgbClr val="267A73"/>
          </a:solidFill>
          <a:ln w="9525">
            <a:solidFill>
              <a:srgbClr val="267A73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저장하고 홈으로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00900D54-5DD0-4840-AB67-B8A55A0F0B21}"/>
              </a:ext>
            </a:extLst>
          </p:cNvPr>
          <p:cNvSpPr>
            <a:spLocks noGrp="1"/>
          </p:cNvSpPr>
          <p:nvPr/>
        </p:nvSpPr>
        <p:spPr>
          <a:xfrm>
            <a:off x="6038850" y="2571750"/>
            <a:ext cx="14668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선택한 동의와 권한 상태를 저장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22D69D04-5C69-4E9A-988E-366C1F905286}"/>
              </a:ext>
            </a:extLst>
          </p:cNvPr>
          <p:cNvSpPr>
            <a:spLocks noGrp="1"/>
          </p:cNvSpPr>
          <p:nvPr/>
        </p:nvSpPr>
        <p:spPr>
          <a:xfrm>
            <a:off x="7772400" y="2571750"/>
            <a:ext cx="1047750" cy="552450"/>
          </a:xfrm>
          <a:prstGeom prst="roundRect">
            <a:avLst>
              <a:gd name="adj" fmla="val 13793"/>
            </a:avLst>
          </a:prstGeom>
          <a:solidFill>
            <a:srgbClr val="EAF4F2"/>
          </a:solidFill>
          <a:ln w="14288">
            <a:solidFill>
              <a:srgbClr val="267A73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NT-04</a:t>
            </a:r>
          </a:p>
          <a:p>
            <a:pPr algn="ctr">
              <a:buNone/>
              <a:def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홈</a:t>
            </a:r>
          </a:p>
        </p:txBody>
      </p:sp>
      <p:sp>
        <p:nvSpPr>
          <p:cNvPr id="40" name="화살표: 오른쪽 39">
            <a:extLst>
              <a:ext uri="{FF2B5EF4-FFF2-40B4-BE49-F238E27FC236}">
                <a16:creationId xmlns:a16="http://schemas.microsoft.com/office/drawing/2014/main" id="{A3FFBE4D-EE67-4971-8D6D-30493EC8DEFE}"/>
              </a:ext>
            </a:extLst>
          </p:cNvPr>
          <p:cNvSpPr>
            <a:spLocks noGrp="1"/>
          </p:cNvSpPr>
          <p:nvPr/>
        </p:nvSpPr>
        <p:spPr>
          <a:xfrm>
            <a:off x="5791200" y="3448050"/>
            <a:ext cx="1905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41" name="화살표: 오른쪽 40">
            <a:extLst>
              <a:ext uri="{FF2B5EF4-FFF2-40B4-BE49-F238E27FC236}">
                <a16:creationId xmlns:a16="http://schemas.microsoft.com/office/drawing/2014/main" id="{E74D7C9B-828C-4F01-8263-2C88B3915115}"/>
              </a:ext>
            </a:extLst>
          </p:cNvPr>
          <p:cNvSpPr>
            <a:spLocks noGrp="1"/>
          </p:cNvSpPr>
          <p:nvPr/>
        </p:nvSpPr>
        <p:spPr>
          <a:xfrm>
            <a:off x="7524750" y="3448050"/>
            <a:ext cx="1905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F9B754BB-5C6A-48C8-A8B0-39EB4FC9A09D}"/>
              </a:ext>
            </a:extLst>
          </p:cNvPr>
          <p:cNvSpPr>
            <a:spLocks noGrp="1"/>
          </p:cNvSpPr>
          <p:nvPr/>
        </p:nvSpPr>
        <p:spPr>
          <a:xfrm>
            <a:off x="4343400" y="3390900"/>
            <a:ext cx="247650" cy="247650"/>
          </a:xfrm>
          <a:prstGeom prst="ellipse">
            <a:avLst/>
          </a:prstGeom>
          <a:solidFill>
            <a:srgbClr val="5B7470"/>
          </a:solidFill>
          <a:ln w="0">
            <a:noFill/>
            <a:prstDash val="solid"/>
          </a:ln>
        </p:spPr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D86FBB2D-1050-4169-8A45-88E9D6D80E94}"/>
              </a:ext>
            </a:extLst>
          </p:cNvPr>
          <p:cNvSpPr>
            <a:spLocks noGrp="1"/>
          </p:cNvSpPr>
          <p:nvPr/>
        </p:nvSpPr>
        <p:spPr>
          <a:xfrm>
            <a:off x="4343400" y="3390900"/>
            <a:ext cx="247650" cy="247650"/>
          </a:xfrm>
          <a:prstGeom prst="roundRect">
            <a:avLst>
              <a:gd name="adj" fmla="val 3076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372DAC87-B072-416F-9472-9FF63D7F3739}"/>
              </a:ext>
            </a:extLst>
          </p:cNvPr>
          <p:cNvSpPr>
            <a:spLocks noGrp="1"/>
          </p:cNvSpPr>
          <p:nvPr/>
        </p:nvSpPr>
        <p:spPr>
          <a:xfrm>
            <a:off x="4705350" y="3238500"/>
            <a:ext cx="1066800" cy="552450"/>
          </a:xfrm>
          <a:prstGeom prst="roundRect">
            <a:avLst>
              <a:gd name="adj" fmla="val 13793"/>
            </a:avLst>
          </a:prstGeom>
          <a:solidFill>
            <a:srgbClr val="267A73"/>
          </a:solidFill>
          <a:ln w="9525">
            <a:solidFill>
              <a:srgbClr val="267A73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설정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C30342D2-2A9A-4400-9AD4-A998D505C431}"/>
              </a:ext>
            </a:extLst>
          </p:cNvPr>
          <p:cNvSpPr>
            <a:spLocks noGrp="1"/>
          </p:cNvSpPr>
          <p:nvPr/>
        </p:nvSpPr>
        <p:spPr>
          <a:xfrm>
            <a:off x="6038850" y="3238500"/>
            <a:ext cx="14668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계정·동의·권한 관리 화면을 표시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0105EE88-502D-43A2-B18C-D801068596E7}"/>
              </a:ext>
            </a:extLst>
          </p:cNvPr>
          <p:cNvSpPr>
            <a:spLocks noGrp="1"/>
          </p:cNvSpPr>
          <p:nvPr/>
        </p:nvSpPr>
        <p:spPr>
          <a:xfrm>
            <a:off x="7772400" y="3238500"/>
            <a:ext cx="1047750" cy="552450"/>
          </a:xfrm>
          <a:prstGeom prst="roundRect">
            <a:avLst>
              <a:gd name="adj" fmla="val 13793"/>
            </a:avLst>
          </a:prstGeom>
          <a:solidFill>
            <a:srgbClr val="F2F8F7"/>
          </a:solidFill>
          <a:ln w="9525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NT-09</a:t>
            </a:r>
          </a:p>
          <a:p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설정</a:t>
            </a:r>
          </a:p>
        </p:txBody>
      </p:sp>
      <p:sp>
        <p:nvSpPr>
          <p:cNvPr id="47" name="화살표: 오른쪽 46">
            <a:extLst>
              <a:ext uri="{FF2B5EF4-FFF2-40B4-BE49-F238E27FC236}">
                <a16:creationId xmlns:a16="http://schemas.microsoft.com/office/drawing/2014/main" id="{0FA8C204-A2DA-485F-B466-285098955A13}"/>
              </a:ext>
            </a:extLst>
          </p:cNvPr>
          <p:cNvSpPr>
            <a:spLocks noGrp="1"/>
          </p:cNvSpPr>
          <p:nvPr/>
        </p:nvSpPr>
        <p:spPr>
          <a:xfrm>
            <a:off x="5791200" y="4114800"/>
            <a:ext cx="1905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48" name="화살표: 오른쪽 47">
            <a:extLst>
              <a:ext uri="{FF2B5EF4-FFF2-40B4-BE49-F238E27FC236}">
                <a16:creationId xmlns:a16="http://schemas.microsoft.com/office/drawing/2014/main" id="{2EA80D22-E075-465A-B643-83231D59DDF0}"/>
              </a:ext>
            </a:extLst>
          </p:cNvPr>
          <p:cNvSpPr>
            <a:spLocks noGrp="1"/>
          </p:cNvSpPr>
          <p:nvPr/>
        </p:nvSpPr>
        <p:spPr>
          <a:xfrm>
            <a:off x="7524750" y="4114800"/>
            <a:ext cx="1905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58046045-BC34-4BF6-BFB2-67AE759FED35}"/>
              </a:ext>
            </a:extLst>
          </p:cNvPr>
          <p:cNvSpPr>
            <a:spLocks noGrp="1"/>
          </p:cNvSpPr>
          <p:nvPr/>
        </p:nvSpPr>
        <p:spPr>
          <a:xfrm>
            <a:off x="4343400" y="4057650"/>
            <a:ext cx="247650" cy="247650"/>
          </a:xfrm>
          <a:prstGeom prst="ellipse">
            <a:avLst/>
          </a:prstGeom>
          <a:solidFill>
            <a:srgbClr val="5B7470"/>
          </a:solidFill>
          <a:ln w="0">
            <a:noFill/>
            <a:prstDash val="solid"/>
          </a:ln>
        </p:spPr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DEB1FEAA-516F-40E3-A108-57E6BA70C2E9}"/>
              </a:ext>
            </a:extLst>
          </p:cNvPr>
          <p:cNvSpPr>
            <a:spLocks noGrp="1"/>
          </p:cNvSpPr>
          <p:nvPr/>
        </p:nvSpPr>
        <p:spPr>
          <a:xfrm>
            <a:off x="4343400" y="4057650"/>
            <a:ext cx="247650" cy="247650"/>
          </a:xfrm>
          <a:prstGeom prst="roundRect">
            <a:avLst>
              <a:gd name="adj" fmla="val 3076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3130EBBC-B116-48A3-AA49-309BB277D498}"/>
              </a:ext>
            </a:extLst>
          </p:cNvPr>
          <p:cNvSpPr>
            <a:spLocks noGrp="1"/>
          </p:cNvSpPr>
          <p:nvPr/>
        </p:nvSpPr>
        <p:spPr>
          <a:xfrm>
            <a:off x="4705350" y="3905250"/>
            <a:ext cx="1066800" cy="552450"/>
          </a:xfrm>
          <a:prstGeom prst="roundRect">
            <a:avLst>
              <a:gd name="adj" fmla="val 13793"/>
            </a:avLst>
          </a:prstGeom>
          <a:solidFill>
            <a:srgbClr val="267A73"/>
          </a:solidFill>
          <a:ln w="9525">
            <a:solidFill>
              <a:srgbClr val="267A73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Watch 연결 / 얼굴로 측정</a:t>
            </a: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EDB52A1E-09E2-49FA-BBE0-58BEF7C2CB36}"/>
              </a:ext>
            </a:extLst>
          </p:cNvPr>
          <p:cNvSpPr>
            <a:spLocks noGrp="1"/>
          </p:cNvSpPr>
          <p:nvPr/>
        </p:nvSpPr>
        <p:spPr>
          <a:xfrm>
            <a:off x="6038850" y="3905250"/>
            <a:ext cx="14668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20초 수집 또는 20초 촬영·분석 상태를 표시</a:t>
            </a: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CE064A57-0A04-400C-9A3F-848DF7AD02A6}"/>
              </a:ext>
            </a:extLst>
          </p:cNvPr>
          <p:cNvSpPr>
            <a:spLocks noGrp="1"/>
          </p:cNvSpPr>
          <p:nvPr/>
        </p:nvSpPr>
        <p:spPr>
          <a:xfrm>
            <a:off x="7772400" y="3905250"/>
            <a:ext cx="1047750" cy="552450"/>
          </a:xfrm>
          <a:prstGeom prst="roundRect">
            <a:avLst>
              <a:gd name="adj" fmla="val 13793"/>
            </a:avLst>
          </a:prstGeom>
          <a:solidFill>
            <a:srgbClr val="F2F8F7"/>
          </a:solidFill>
          <a:ln w="9525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NT-08 /</a:t>
            </a:r>
          </a:p>
          <a:p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NT-07</a:t>
            </a:r>
          </a:p>
        </p:txBody>
      </p:sp>
    </p:spTree>
    <p:extLst>
      <p:ext uri="{BB962C8B-B14F-4D97-AF65-F5344CB8AC3E}">
        <p14:creationId xmlns:p14="http://schemas.microsoft.com/office/powerpoint/2010/main" val="5492881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CEBAA82-50A1-47E7-BD5C-3AF29452A93A}"/>
              </a:ext>
            </a:extLst>
          </p:cNvPr>
          <p:cNvSpPr>
            <a:spLocks noGrp="1"/>
          </p:cNvSpPr>
          <p:nvPr/>
        </p:nvSpPr>
        <p:spPr>
          <a:xfrm>
            <a:off x="0" y="18288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파이프라인 2 — 알림·AUQ·대화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CD52AFA-0EFB-4043-8415-D8DB8108F9CF}"/>
              </a:ext>
            </a:extLst>
          </p:cNvPr>
          <p:cNvSpPr>
            <a:spLocks noGrp="1"/>
          </p:cNvSpPr>
          <p:nvPr/>
        </p:nvSpPr>
        <p:spPr>
          <a:xfrm>
            <a:off x="0" y="621792"/>
            <a:ext cx="9144000" cy="32004"/>
          </a:xfrm>
          <a:prstGeom prst="rect">
            <a:avLst/>
          </a:prstGeom>
          <a:solidFill>
            <a:srgbClr val="267A73"/>
          </a:solidFill>
          <a:ln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0A005E4-FE64-4250-B46D-6318A5D990E7}"/>
              </a:ext>
            </a:extLst>
          </p:cNvPr>
          <p:cNvSpPr>
            <a:spLocks noGrp="1"/>
          </p:cNvSpPr>
          <p:nvPr/>
        </p:nvSpPr>
        <p:spPr>
          <a:xfrm>
            <a:off x="8641080" y="484632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05D1667-8F39-4843-8F92-75C232514370}"/>
              </a:ext>
            </a:extLst>
          </p:cNvPr>
          <p:cNvSpPr>
            <a:spLocks noGrp="1"/>
          </p:cNvSpPr>
          <p:nvPr/>
        </p:nvSpPr>
        <p:spPr>
          <a:xfrm>
            <a:off x="400050" y="1009650"/>
            <a:ext cx="1162050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NT-05 · 갈망 알림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79928CB-8437-43D0-92F4-556709B2ED34}"/>
              </a:ext>
            </a:extLst>
          </p:cNvPr>
          <p:cNvSpPr>
            <a:spLocks noGrp="1"/>
          </p:cNvSpPr>
          <p:nvPr/>
        </p:nvSpPr>
        <p:spPr>
          <a:xfrm>
            <a:off x="1657350" y="1009650"/>
            <a:ext cx="1162050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NT-06 · AUQ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3CB3CC42-32A9-4C30-AF8D-CE85C8380FEE}"/>
              </a:ext>
            </a:extLst>
          </p:cNvPr>
          <p:cNvSpPr>
            <a:spLocks noGrp="1"/>
          </p:cNvSpPr>
          <p:nvPr/>
        </p:nvSpPr>
        <p:spPr>
          <a:xfrm>
            <a:off x="2914650" y="1009650"/>
            <a:ext cx="1162050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NT-07 · AI 챗봇</a:t>
            </a:r>
          </a:p>
        </p:txBody>
      </p:sp>
      <p:pic>
        <p:nvPicPr>
          <p:cNvPr id="56" name="그림 5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00050" y="1238250"/>
            <a:ext cx="1162050" cy="258232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7" name="그림 5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657350" y="1238250"/>
            <a:ext cx="1162050" cy="258232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8" name="그림 55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914650" y="1238250"/>
            <a:ext cx="1162050" cy="258232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C2DAD1D7-0C18-466F-B07A-2CBCCEF1A0B3}"/>
              </a:ext>
            </a:extLst>
          </p:cNvPr>
          <p:cNvSpPr>
            <a:spLocks noGrp="1"/>
          </p:cNvSpPr>
          <p:nvPr/>
        </p:nvSpPr>
        <p:spPr>
          <a:xfrm>
            <a:off x="400050" y="3962400"/>
            <a:ext cx="3676650" cy="552450"/>
          </a:xfrm>
          <a:prstGeom prst="roundRect">
            <a:avLst>
              <a:gd name="adj" fmla="val 13793"/>
            </a:avLst>
          </a:prstGeom>
          <a:solidFill>
            <a:srgbClr val="EAF4F2"/>
          </a:solidFill>
          <a:ln w="19050">
            <a:solidFill>
              <a:srgbClr val="267A73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F0C349F-5F86-4219-A5BB-8B7D8AD3F1CD}"/>
              </a:ext>
            </a:extLst>
          </p:cNvPr>
          <p:cNvSpPr>
            <a:spLocks noGrp="1"/>
          </p:cNvSpPr>
          <p:nvPr/>
        </p:nvSpPr>
        <p:spPr>
          <a:xfrm>
            <a:off x="476250" y="4029075"/>
            <a:ext cx="3524250" cy="247650"/>
          </a:xfrm>
          <a:prstGeom prst="roundRect">
            <a:avLst>
              <a:gd name="adj" fmla="val 3076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두 선택 경로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00C1E551-289B-4F8E-9014-5D13EF5497D5}"/>
              </a:ext>
            </a:extLst>
          </p:cNvPr>
          <p:cNvSpPr>
            <a:spLocks noGrp="1"/>
          </p:cNvSpPr>
          <p:nvPr/>
        </p:nvSpPr>
        <p:spPr>
          <a:xfrm>
            <a:off x="476250" y="4286250"/>
            <a:ext cx="3524250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나중에 → NT-04 유지 · 지금 대화하기 → NT-06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147BA2D4-B928-46E1-ADBA-BDF2EFA42300}"/>
              </a:ext>
            </a:extLst>
          </p:cNvPr>
          <p:cNvSpPr>
            <a:spLocks noGrp="1"/>
          </p:cNvSpPr>
          <p:nvPr/>
        </p:nvSpPr>
        <p:spPr>
          <a:xfrm>
            <a:off x="4705350" y="1123950"/>
            <a:ext cx="1066800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누르는 항목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3776A7C0-8CE9-4A27-B55F-D383171FCE8D}"/>
              </a:ext>
            </a:extLst>
          </p:cNvPr>
          <p:cNvSpPr>
            <a:spLocks noGrp="1"/>
          </p:cNvSpPr>
          <p:nvPr/>
        </p:nvSpPr>
        <p:spPr>
          <a:xfrm>
            <a:off x="6038850" y="1123950"/>
            <a:ext cx="1466850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앱 반응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2FD2DDCE-BD52-4E2E-8788-0CC77FCEEDEB}"/>
              </a:ext>
            </a:extLst>
          </p:cNvPr>
          <p:cNvSpPr>
            <a:spLocks noGrp="1"/>
          </p:cNvSpPr>
          <p:nvPr/>
        </p:nvSpPr>
        <p:spPr>
          <a:xfrm>
            <a:off x="7772400" y="1123950"/>
            <a:ext cx="1047750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이동·유지 화면</a:t>
            </a:r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0E143AD4-63C2-4E8A-A482-395D0C61D55B}"/>
              </a:ext>
            </a:extLst>
          </p:cNvPr>
          <p:cNvSpPr>
            <a:spLocks noGrp="1"/>
          </p:cNvSpPr>
          <p:nvPr/>
        </p:nvSpPr>
        <p:spPr>
          <a:xfrm>
            <a:off x="5791200" y="1600200"/>
            <a:ext cx="1905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83FF2CB4-AFD1-433D-A555-0F230CD4E518}"/>
              </a:ext>
            </a:extLst>
          </p:cNvPr>
          <p:cNvSpPr>
            <a:spLocks noGrp="1"/>
          </p:cNvSpPr>
          <p:nvPr/>
        </p:nvSpPr>
        <p:spPr>
          <a:xfrm>
            <a:off x="7524750" y="1600200"/>
            <a:ext cx="1905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5557A4F8-AE25-4919-BD7F-8769CD2DE78A}"/>
              </a:ext>
            </a:extLst>
          </p:cNvPr>
          <p:cNvSpPr>
            <a:spLocks noGrp="1"/>
          </p:cNvSpPr>
          <p:nvPr/>
        </p:nvSpPr>
        <p:spPr>
          <a:xfrm>
            <a:off x="4343400" y="1543050"/>
            <a:ext cx="247650" cy="247650"/>
          </a:xfrm>
          <a:prstGeom prst="ellipse">
            <a:avLst/>
          </a:prstGeom>
          <a:solidFill>
            <a:srgbClr val="267A73"/>
          </a:solidFill>
          <a:ln w="0">
            <a:noFill/>
            <a:prstDash val="solid"/>
          </a:ln>
        </p:spPr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1F213D10-881D-4CDD-8249-B3020922B367}"/>
              </a:ext>
            </a:extLst>
          </p:cNvPr>
          <p:cNvSpPr>
            <a:spLocks noGrp="1"/>
          </p:cNvSpPr>
          <p:nvPr/>
        </p:nvSpPr>
        <p:spPr>
          <a:xfrm>
            <a:off x="4343400" y="1543050"/>
            <a:ext cx="247650" cy="247650"/>
          </a:xfrm>
          <a:prstGeom prst="roundRect">
            <a:avLst>
              <a:gd name="adj" fmla="val 3076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AC0348A-6DAC-4DFC-B1D9-1FBB222AF610}"/>
              </a:ext>
            </a:extLst>
          </p:cNvPr>
          <p:cNvSpPr>
            <a:spLocks noGrp="1"/>
          </p:cNvSpPr>
          <p:nvPr/>
        </p:nvSpPr>
        <p:spPr>
          <a:xfrm>
            <a:off x="4705350" y="1390650"/>
            <a:ext cx="1066800" cy="552450"/>
          </a:xfrm>
          <a:prstGeom prst="roundRect">
            <a:avLst>
              <a:gd name="adj" fmla="val 13793"/>
            </a:avLst>
          </a:prstGeom>
          <a:solidFill>
            <a:srgbClr val="267A73"/>
          </a:solidFill>
          <a:ln w="9525">
            <a:solidFill>
              <a:srgbClr val="267A73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지금 대화하기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0E739C7A-E732-43EC-9CA3-AD1FD3CA5F50}"/>
              </a:ext>
            </a:extLst>
          </p:cNvPr>
          <p:cNvSpPr>
            <a:spLocks noGrp="1"/>
          </p:cNvSpPr>
          <p:nvPr/>
        </p:nvSpPr>
        <p:spPr>
          <a:xfrm>
            <a:off x="6038850" y="1390650"/>
            <a:ext cx="14668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대화 시작 선택을 저장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32B87939-2AAF-4B20-84B6-245F5AC7927B}"/>
              </a:ext>
            </a:extLst>
          </p:cNvPr>
          <p:cNvSpPr>
            <a:spLocks noGrp="1"/>
          </p:cNvSpPr>
          <p:nvPr/>
        </p:nvSpPr>
        <p:spPr>
          <a:xfrm>
            <a:off x="7772400" y="1390650"/>
            <a:ext cx="1047750" cy="552450"/>
          </a:xfrm>
          <a:prstGeom prst="roundRect">
            <a:avLst>
              <a:gd name="adj" fmla="val 13793"/>
            </a:avLst>
          </a:prstGeom>
          <a:solidFill>
            <a:srgbClr val="EAF4F2"/>
          </a:solidFill>
          <a:ln w="14288">
            <a:solidFill>
              <a:srgbClr val="267A73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NT-06</a:t>
            </a:r>
          </a:p>
          <a:p>
            <a:pPr algn="ctr">
              <a:buNone/>
              <a:def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AUQ</a:t>
            </a:r>
          </a:p>
        </p:txBody>
      </p:sp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82B051D2-6E87-442C-AAEA-4E982C998B8D}"/>
              </a:ext>
            </a:extLst>
          </p:cNvPr>
          <p:cNvSpPr>
            <a:spLocks noGrp="1"/>
          </p:cNvSpPr>
          <p:nvPr/>
        </p:nvSpPr>
        <p:spPr>
          <a:xfrm>
            <a:off x="5791200" y="2362200"/>
            <a:ext cx="1905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AC32E774-F619-410F-B2CF-7522EC0F6EB8}"/>
              </a:ext>
            </a:extLst>
          </p:cNvPr>
          <p:cNvSpPr>
            <a:spLocks noGrp="1"/>
          </p:cNvSpPr>
          <p:nvPr/>
        </p:nvSpPr>
        <p:spPr>
          <a:xfrm>
            <a:off x="7524750" y="2362200"/>
            <a:ext cx="1905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D1CE394B-7A5A-47E1-BD18-DC1C036FED5A}"/>
              </a:ext>
            </a:extLst>
          </p:cNvPr>
          <p:cNvSpPr>
            <a:spLocks noGrp="1"/>
          </p:cNvSpPr>
          <p:nvPr/>
        </p:nvSpPr>
        <p:spPr>
          <a:xfrm>
            <a:off x="4343400" y="2305050"/>
            <a:ext cx="247650" cy="247650"/>
          </a:xfrm>
          <a:prstGeom prst="ellipse">
            <a:avLst/>
          </a:prstGeom>
          <a:solidFill>
            <a:srgbClr val="5B7470"/>
          </a:solidFill>
          <a:ln w="0">
            <a:noFill/>
            <a:prstDash val="solid"/>
          </a:ln>
        </p:spPr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16CC99C4-CB34-41AE-950B-CC241AE33DE2}"/>
              </a:ext>
            </a:extLst>
          </p:cNvPr>
          <p:cNvSpPr>
            <a:spLocks noGrp="1"/>
          </p:cNvSpPr>
          <p:nvPr/>
        </p:nvSpPr>
        <p:spPr>
          <a:xfrm>
            <a:off x="4343400" y="2305050"/>
            <a:ext cx="247650" cy="247650"/>
          </a:xfrm>
          <a:prstGeom prst="roundRect">
            <a:avLst>
              <a:gd name="adj" fmla="val 3076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3070297E-F4B6-4AB0-A318-2C3C3059095E}"/>
              </a:ext>
            </a:extLst>
          </p:cNvPr>
          <p:cNvSpPr>
            <a:spLocks noGrp="1"/>
          </p:cNvSpPr>
          <p:nvPr/>
        </p:nvSpPr>
        <p:spPr>
          <a:xfrm>
            <a:off x="4705350" y="2152650"/>
            <a:ext cx="1066800" cy="552450"/>
          </a:xfrm>
          <a:prstGeom prst="roundRect">
            <a:avLst>
              <a:gd name="adj" fmla="val 13793"/>
            </a:avLst>
          </a:prstGeom>
          <a:solidFill>
            <a:srgbClr val="267A73"/>
          </a:solidFill>
          <a:ln w="9525">
            <a:solidFill>
              <a:srgbClr val="267A73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나중에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CCF1F5F3-3067-48DD-96FF-6A7A5DBE6253}"/>
              </a:ext>
            </a:extLst>
          </p:cNvPr>
          <p:cNvSpPr>
            <a:spLocks noGrp="1"/>
          </p:cNvSpPr>
          <p:nvPr/>
        </p:nvSpPr>
        <p:spPr>
          <a:xfrm>
            <a:off x="6038850" y="2152650"/>
            <a:ext cx="14668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알림을 닫고 현재 화면을 유지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F05B7AF7-CEF3-40DD-B32A-610479B0E5CE}"/>
              </a:ext>
            </a:extLst>
          </p:cNvPr>
          <p:cNvSpPr>
            <a:spLocks noGrp="1"/>
          </p:cNvSpPr>
          <p:nvPr/>
        </p:nvSpPr>
        <p:spPr>
          <a:xfrm>
            <a:off x="7772400" y="2152650"/>
            <a:ext cx="1047750" cy="552450"/>
          </a:xfrm>
          <a:prstGeom prst="roundRect">
            <a:avLst>
              <a:gd name="adj" fmla="val 13793"/>
            </a:avLst>
          </a:prstGeom>
          <a:solidFill>
            <a:srgbClr val="F2F8F7"/>
          </a:solidFill>
          <a:ln w="9525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NT-04</a:t>
            </a:r>
          </a:p>
          <a:p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홈</a:t>
            </a:r>
          </a:p>
        </p:txBody>
      </p:sp>
      <p:sp>
        <p:nvSpPr>
          <p:cNvPr id="33" name="화살표: 오른쪽 32">
            <a:extLst>
              <a:ext uri="{FF2B5EF4-FFF2-40B4-BE49-F238E27FC236}">
                <a16:creationId xmlns:a16="http://schemas.microsoft.com/office/drawing/2014/main" id="{C433C564-F49B-410D-B333-F8B2244384F4}"/>
              </a:ext>
            </a:extLst>
          </p:cNvPr>
          <p:cNvSpPr>
            <a:spLocks noGrp="1"/>
          </p:cNvSpPr>
          <p:nvPr/>
        </p:nvSpPr>
        <p:spPr>
          <a:xfrm>
            <a:off x="5791200" y="3124200"/>
            <a:ext cx="1905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34" name="화살표: 오른쪽 33">
            <a:extLst>
              <a:ext uri="{FF2B5EF4-FFF2-40B4-BE49-F238E27FC236}">
                <a16:creationId xmlns:a16="http://schemas.microsoft.com/office/drawing/2014/main" id="{9C677C21-AA7B-461B-9150-7BAAD54EBA6A}"/>
              </a:ext>
            </a:extLst>
          </p:cNvPr>
          <p:cNvSpPr>
            <a:spLocks noGrp="1"/>
          </p:cNvSpPr>
          <p:nvPr/>
        </p:nvSpPr>
        <p:spPr>
          <a:xfrm>
            <a:off x="7524750" y="3124200"/>
            <a:ext cx="1905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1BF19827-33CE-4D26-8A2B-A7DDC82A5FCC}"/>
              </a:ext>
            </a:extLst>
          </p:cNvPr>
          <p:cNvSpPr>
            <a:spLocks noGrp="1"/>
          </p:cNvSpPr>
          <p:nvPr/>
        </p:nvSpPr>
        <p:spPr>
          <a:xfrm>
            <a:off x="4343400" y="3067050"/>
            <a:ext cx="247650" cy="247650"/>
          </a:xfrm>
          <a:prstGeom prst="ellipse">
            <a:avLst/>
          </a:prstGeom>
          <a:solidFill>
            <a:srgbClr val="5B7470"/>
          </a:solidFill>
          <a:ln w="0">
            <a:noFill/>
            <a:prstDash val="solid"/>
          </a:ln>
        </p:spPr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0FF8D51E-3F7C-42F4-9C57-A63794B817D8}"/>
              </a:ext>
            </a:extLst>
          </p:cNvPr>
          <p:cNvSpPr>
            <a:spLocks noGrp="1"/>
          </p:cNvSpPr>
          <p:nvPr/>
        </p:nvSpPr>
        <p:spPr>
          <a:xfrm>
            <a:off x="4343400" y="3067050"/>
            <a:ext cx="247650" cy="247650"/>
          </a:xfrm>
          <a:prstGeom prst="roundRect">
            <a:avLst>
              <a:gd name="adj" fmla="val 3076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415E9306-5FDD-4CB3-A3B8-A43AC4B381DA}"/>
              </a:ext>
            </a:extLst>
          </p:cNvPr>
          <p:cNvSpPr>
            <a:spLocks noGrp="1"/>
          </p:cNvSpPr>
          <p:nvPr/>
        </p:nvSpPr>
        <p:spPr>
          <a:xfrm>
            <a:off x="4705350" y="2914650"/>
            <a:ext cx="1066800" cy="552450"/>
          </a:xfrm>
          <a:prstGeom prst="roundRect">
            <a:avLst>
              <a:gd name="adj" fmla="val 13793"/>
            </a:avLst>
          </a:prstGeom>
          <a:solidFill>
            <a:srgbClr val="267A73"/>
          </a:solidFill>
          <a:ln w="9525">
            <a:solidFill>
              <a:srgbClr val="267A73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7단계 문장 선택 → 다음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134E2A7D-007A-4FDF-83A9-C5E71E456BBA}"/>
              </a:ext>
            </a:extLst>
          </p:cNvPr>
          <p:cNvSpPr>
            <a:spLocks noGrp="1"/>
          </p:cNvSpPr>
          <p:nvPr/>
        </p:nvSpPr>
        <p:spPr>
          <a:xfrm>
            <a:off x="6038850" y="2914650"/>
            <a:ext cx="14668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1~7 값을 저장하고 다음 문항을 표시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C21D0EDA-24EA-4F53-8782-2033EE678B13}"/>
              </a:ext>
            </a:extLst>
          </p:cNvPr>
          <p:cNvSpPr>
            <a:spLocks noGrp="1"/>
          </p:cNvSpPr>
          <p:nvPr/>
        </p:nvSpPr>
        <p:spPr>
          <a:xfrm>
            <a:off x="7772400" y="2914650"/>
            <a:ext cx="1047750" cy="552450"/>
          </a:xfrm>
          <a:prstGeom prst="roundRect">
            <a:avLst>
              <a:gd name="adj" fmla="val 13793"/>
            </a:avLst>
          </a:prstGeom>
          <a:solidFill>
            <a:srgbClr val="F2F8F7"/>
          </a:solidFill>
          <a:ln w="9525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NT-06</a:t>
            </a:r>
          </a:p>
          <a:p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유지</a:t>
            </a:r>
          </a:p>
        </p:txBody>
      </p:sp>
      <p:sp>
        <p:nvSpPr>
          <p:cNvPr id="40" name="화살표: 오른쪽 39">
            <a:extLst>
              <a:ext uri="{FF2B5EF4-FFF2-40B4-BE49-F238E27FC236}">
                <a16:creationId xmlns:a16="http://schemas.microsoft.com/office/drawing/2014/main" id="{3E89701D-D73B-40A4-94FA-BC63E562ABDB}"/>
              </a:ext>
            </a:extLst>
          </p:cNvPr>
          <p:cNvSpPr>
            <a:spLocks noGrp="1"/>
          </p:cNvSpPr>
          <p:nvPr/>
        </p:nvSpPr>
        <p:spPr>
          <a:xfrm>
            <a:off x="5791200" y="3886200"/>
            <a:ext cx="1905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41" name="화살표: 오른쪽 40">
            <a:extLst>
              <a:ext uri="{FF2B5EF4-FFF2-40B4-BE49-F238E27FC236}">
                <a16:creationId xmlns:a16="http://schemas.microsoft.com/office/drawing/2014/main" id="{372BC8C1-3109-481A-9F27-017C48FCD9E9}"/>
              </a:ext>
            </a:extLst>
          </p:cNvPr>
          <p:cNvSpPr>
            <a:spLocks noGrp="1"/>
          </p:cNvSpPr>
          <p:nvPr/>
        </p:nvSpPr>
        <p:spPr>
          <a:xfrm>
            <a:off x="7524750" y="3886200"/>
            <a:ext cx="1905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91683FB6-1DF8-4A3F-9A1A-B4A8E242D1C6}"/>
              </a:ext>
            </a:extLst>
          </p:cNvPr>
          <p:cNvSpPr>
            <a:spLocks noGrp="1"/>
          </p:cNvSpPr>
          <p:nvPr/>
        </p:nvSpPr>
        <p:spPr>
          <a:xfrm>
            <a:off x="4343400" y="3829050"/>
            <a:ext cx="247650" cy="247650"/>
          </a:xfrm>
          <a:prstGeom prst="ellipse">
            <a:avLst/>
          </a:prstGeom>
          <a:solidFill>
            <a:srgbClr val="267A73"/>
          </a:solidFill>
          <a:ln w="0">
            <a:noFill/>
            <a:prstDash val="solid"/>
          </a:ln>
        </p:spPr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F541B959-509A-4D5D-94CD-DBC2D9921786}"/>
              </a:ext>
            </a:extLst>
          </p:cNvPr>
          <p:cNvSpPr>
            <a:spLocks noGrp="1"/>
          </p:cNvSpPr>
          <p:nvPr/>
        </p:nvSpPr>
        <p:spPr>
          <a:xfrm>
            <a:off x="4343400" y="3829050"/>
            <a:ext cx="247650" cy="247650"/>
          </a:xfrm>
          <a:prstGeom prst="roundRect">
            <a:avLst>
              <a:gd name="adj" fmla="val 3076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D4D1FC70-81C2-44FF-BF1B-B670E3F0AC2C}"/>
              </a:ext>
            </a:extLst>
          </p:cNvPr>
          <p:cNvSpPr>
            <a:spLocks noGrp="1"/>
          </p:cNvSpPr>
          <p:nvPr/>
        </p:nvSpPr>
        <p:spPr>
          <a:xfrm>
            <a:off x="4705350" y="3676650"/>
            <a:ext cx="1066800" cy="552450"/>
          </a:xfrm>
          <a:prstGeom prst="roundRect">
            <a:avLst>
              <a:gd name="adj" fmla="val 13793"/>
            </a:avLst>
          </a:prstGeom>
          <a:solidFill>
            <a:srgbClr val="267A73"/>
          </a:solidFill>
          <a:ln w="9525">
            <a:solidFill>
              <a:srgbClr val="267A73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건너뛰기 / 마지막 완료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F01CA571-8908-444D-B4E5-19FF77E64D3D}"/>
              </a:ext>
            </a:extLst>
          </p:cNvPr>
          <p:cNvSpPr>
            <a:spLocks noGrp="1"/>
          </p:cNvSpPr>
          <p:nvPr/>
        </p:nvSpPr>
        <p:spPr>
          <a:xfrm>
            <a:off x="6038850" y="3676650"/>
            <a:ext cx="14668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AUQ 상태를 저장하고 사용자 주도 자유대화를 열기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00D4B671-02B3-4238-BD58-904768900718}"/>
              </a:ext>
            </a:extLst>
          </p:cNvPr>
          <p:cNvSpPr>
            <a:spLocks noGrp="1"/>
          </p:cNvSpPr>
          <p:nvPr/>
        </p:nvSpPr>
        <p:spPr>
          <a:xfrm>
            <a:off x="7772400" y="3676650"/>
            <a:ext cx="1047750" cy="552450"/>
          </a:xfrm>
          <a:prstGeom prst="roundRect">
            <a:avLst>
              <a:gd name="adj" fmla="val 13793"/>
            </a:avLst>
          </a:prstGeom>
          <a:solidFill>
            <a:srgbClr val="EAF4F2"/>
          </a:solidFill>
          <a:ln w="14288">
            <a:solidFill>
              <a:srgbClr val="267A73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NT-07</a:t>
            </a:r>
          </a:p>
          <a:p>
            <a:pPr algn="ctr">
              <a:buNone/>
              <a:def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AI 챗봇</a:t>
            </a:r>
          </a:p>
        </p:txBody>
      </p:sp>
    </p:spTree>
    <p:extLst>
      <p:ext uri="{BB962C8B-B14F-4D97-AF65-F5344CB8AC3E}">
        <p14:creationId xmlns:p14="http://schemas.microsoft.com/office/powerpoint/2010/main" val="549288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075AFC6-4BE6-4A05-B6EB-48FC60E95FC9}"/>
              </a:ext>
            </a:extLst>
          </p:cNvPr>
          <p:cNvSpPr>
            <a:spLocks noGrp="1"/>
          </p:cNvSpPr>
          <p:nvPr/>
        </p:nvSpPr>
        <p:spPr>
          <a:xfrm>
            <a:off x="0" y="18288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파이프라인 3 — 음성·텍스트 대화와 기록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91495C5-A772-4807-9100-5AC0A2114B07}"/>
              </a:ext>
            </a:extLst>
          </p:cNvPr>
          <p:cNvSpPr>
            <a:spLocks noGrp="1"/>
          </p:cNvSpPr>
          <p:nvPr/>
        </p:nvSpPr>
        <p:spPr>
          <a:xfrm>
            <a:off x="0" y="621792"/>
            <a:ext cx="9144000" cy="32004"/>
          </a:xfrm>
          <a:prstGeom prst="rect">
            <a:avLst/>
          </a:prstGeom>
          <a:solidFill>
            <a:srgbClr val="267A73"/>
          </a:solidFill>
          <a:ln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DF9EB0F-D70E-468C-AD40-33ED86C3C1FD}"/>
              </a:ext>
            </a:extLst>
          </p:cNvPr>
          <p:cNvSpPr>
            <a:spLocks noGrp="1"/>
          </p:cNvSpPr>
          <p:nvPr/>
        </p:nvSpPr>
        <p:spPr>
          <a:xfrm>
            <a:off x="8641080" y="484632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6B5B0EB-A72B-415B-89AE-A2E1F802CF02}"/>
              </a:ext>
            </a:extLst>
          </p:cNvPr>
          <p:cNvSpPr>
            <a:spLocks noGrp="1"/>
          </p:cNvSpPr>
          <p:nvPr/>
        </p:nvSpPr>
        <p:spPr>
          <a:xfrm>
            <a:off x="400050" y="1009650"/>
            <a:ext cx="1162050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NT-07 · 텍스트·STT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07C0E6A-1650-40C6-89C9-7879061869CB}"/>
              </a:ext>
            </a:extLst>
          </p:cNvPr>
          <p:cNvSpPr>
            <a:spLocks noGrp="1"/>
          </p:cNvSpPr>
          <p:nvPr/>
        </p:nvSpPr>
        <p:spPr>
          <a:xfrm>
            <a:off x="1657350" y="1009650"/>
            <a:ext cx="1162050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NT-07 · TTS·재시도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F45F57E-4F23-47A2-8E9E-DD811A49F6BB}"/>
              </a:ext>
            </a:extLst>
          </p:cNvPr>
          <p:cNvSpPr>
            <a:spLocks noGrp="1"/>
          </p:cNvSpPr>
          <p:nvPr/>
        </p:nvSpPr>
        <p:spPr>
          <a:xfrm>
            <a:off x="2914650" y="1009650"/>
            <a:ext cx="1162050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NT-08 · 대시보드</a:t>
            </a:r>
          </a:p>
        </p:txBody>
      </p:sp>
      <p:pic>
        <p:nvPicPr>
          <p:cNvPr id="63" name="그림 60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00050" y="1238250"/>
            <a:ext cx="1162050" cy="258232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4" name="그림 6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657350" y="1238250"/>
            <a:ext cx="1162050" cy="258232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5" name="그림 63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914650" y="1238250"/>
            <a:ext cx="1162050" cy="258232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8A57F4B-1783-4E72-9337-EB9B5AE4087C}"/>
              </a:ext>
            </a:extLst>
          </p:cNvPr>
          <p:cNvSpPr>
            <a:spLocks noGrp="1"/>
          </p:cNvSpPr>
          <p:nvPr/>
        </p:nvSpPr>
        <p:spPr>
          <a:xfrm>
            <a:off x="400050" y="3962400"/>
            <a:ext cx="3676650" cy="552450"/>
          </a:xfrm>
          <a:prstGeom prst="roundRect">
            <a:avLst>
              <a:gd name="adj" fmla="val 13793"/>
            </a:avLst>
          </a:prstGeom>
          <a:solidFill>
            <a:srgbClr val="EAF4F2"/>
          </a:solidFill>
          <a:ln w="19050">
            <a:solidFill>
              <a:srgbClr val="267A73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B9279D8E-F586-48CF-A295-F02894B8FE26}"/>
              </a:ext>
            </a:extLst>
          </p:cNvPr>
          <p:cNvSpPr>
            <a:spLocks noGrp="1"/>
          </p:cNvSpPr>
          <p:nvPr/>
        </p:nvSpPr>
        <p:spPr>
          <a:xfrm>
            <a:off x="476250" y="4029075"/>
            <a:ext cx="3524250" cy="247650"/>
          </a:xfrm>
          <a:prstGeom prst="roundRect">
            <a:avLst>
              <a:gd name="adj" fmla="val 3076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음성·텍스트 입력에서 기록까지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96931DE9-EE48-4AAB-813B-9FE84BB886A9}"/>
              </a:ext>
            </a:extLst>
          </p:cNvPr>
          <p:cNvSpPr>
            <a:spLocks noGrp="1"/>
          </p:cNvSpPr>
          <p:nvPr/>
        </p:nvSpPr>
        <p:spPr>
          <a:xfrm>
            <a:off x="476250" y="4286250"/>
            <a:ext cx="3524250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입력·응답·재시도·종료가 같은 사용자 메시지를 기준으로 이어집니다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913ABFD3-B428-4726-B863-1DD089238CBC}"/>
              </a:ext>
            </a:extLst>
          </p:cNvPr>
          <p:cNvSpPr>
            <a:spLocks noGrp="1"/>
          </p:cNvSpPr>
          <p:nvPr/>
        </p:nvSpPr>
        <p:spPr>
          <a:xfrm>
            <a:off x="4705350" y="1009650"/>
            <a:ext cx="1066800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누르는 항목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21E6A34-D7C1-4C36-A1E9-6D907552B624}"/>
              </a:ext>
            </a:extLst>
          </p:cNvPr>
          <p:cNvSpPr>
            <a:spLocks noGrp="1"/>
          </p:cNvSpPr>
          <p:nvPr/>
        </p:nvSpPr>
        <p:spPr>
          <a:xfrm>
            <a:off x="6038850" y="1009650"/>
            <a:ext cx="1466850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앱 반응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69BE88BC-61D1-494C-A0BB-F4EB92A0A749}"/>
              </a:ext>
            </a:extLst>
          </p:cNvPr>
          <p:cNvSpPr>
            <a:spLocks noGrp="1"/>
          </p:cNvSpPr>
          <p:nvPr/>
        </p:nvSpPr>
        <p:spPr>
          <a:xfrm>
            <a:off x="7772400" y="1009650"/>
            <a:ext cx="1047750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이동·유지 화면</a:t>
            </a:r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84EDF48F-71FB-41E8-9968-12EDEB3DE7D6}"/>
              </a:ext>
            </a:extLst>
          </p:cNvPr>
          <p:cNvSpPr>
            <a:spLocks noGrp="1"/>
          </p:cNvSpPr>
          <p:nvPr/>
        </p:nvSpPr>
        <p:spPr>
          <a:xfrm>
            <a:off x="5791200" y="1447800"/>
            <a:ext cx="1905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F2E8FCEF-A502-4E1F-869D-95002FD48E0E}"/>
              </a:ext>
            </a:extLst>
          </p:cNvPr>
          <p:cNvSpPr>
            <a:spLocks noGrp="1"/>
          </p:cNvSpPr>
          <p:nvPr/>
        </p:nvSpPr>
        <p:spPr>
          <a:xfrm>
            <a:off x="7524750" y="1447800"/>
            <a:ext cx="1905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3C18A375-6F13-40AF-91D0-FC7F4CB2F439}"/>
              </a:ext>
            </a:extLst>
          </p:cNvPr>
          <p:cNvSpPr>
            <a:spLocks noGrp="1"/>
          </p:cNvSpPr>
          <p:nvPr/>
        </p:nvSpPr>
        <p:spPr>
          <a:xfrm>
            <a:off x="4343400" y="1390650"/>
            <a:ext cx="247650" cy="247650"/>
          </a:xfrm>
          <a:prstGeom prst="ellipse">
            <a:avLst/>
          </a:prstGeom>
          <a:solidFill>
            <a:srgbClr val="5B7470"/>
          </a:solidFill>
          <a:ln w="0">
            <a:noFill/>
            <a:prstDash val="solid"/>
          </a:ln>
        </p:spPr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D597CC93-3B41-4061-A58D-C83073D6CF40}"/>
              </a:ext>
            </a:extLst>
          </p:cNvPr>
          <p:cNvSpPr>
            <a:spLocks noGrp="1"/>
          </p:cNvSpPr>
          <p:nvPr/>
        </p:nvSpPr>
        <p:spPr>
          <a:xfrm>
            <a:off x="4343400" y="1390650"/>
            <a:ext cx="247650" cy="247650"/>
          </a:xfrm>
          <a:prstGeom prst="roundRect">
            <a:avLst>
              <a:gd name="adj" fmla="val 3076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6BACCD3E-691D-4AA5-A6A2-962F0FBEA570}"/>
              </a:ext>
            </a:extLst>
          </p:cNvPr>
          <p:cNvSpPr>
            <a:spLocks noGrp="1"/>
          </p:cNvSpPr>
          <p:nvPr/>
        </p:nvSpPr>
        <p:spPr>
          <a:xfrm>
            <a:off x="4705350" y="1238250"/>
            <a:ext cx="1066800" cy="552450"/>
          </a:xfrm>
          <a:prstGeom prst="roundRect">
            <a:avLst>
              <a:gd name="adj" fmla="val 13793"/>
            </a:avLst>
          </a:prstGeom>
          <a:solidFill>
            <a:srgbClr val="267A73"/>
          </a:solidFill>
          <a:ln w="9525">
            <a:solidFill>
              <a:srgbClr val="267A73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챗봇 탭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2309C224-25CC-4A6C-A584-6002998999D9}"/>
              </a:ext>
            </a:extLst>
          </p:cNvPr>
          <p:cNvSpPr>
            <a:spLocks noGrp="1"/>
          </p:cNvSpPr>
          <p:nvPr/>
        </p:nvSpPr>
        <p:spPr>
          <a:xfrm>
            <a:off x="6038850" y="1238250"/>
            <a:ext cx="14668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진행 중 대화를 열거나 새 대화를 시작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2E410822-EE1A-4113-8F29-184F8E705316}"/>
              </a:ext>
            </a:extLst>
          </p:cNvPr>
          <p:cNvSpPr>
            <a:spLocks noGrp="1"/>
          </p:cNvSpPr>
          <p:nvPr/>
        </p:nvSpPr>
        <p:spPr>
          <a:xfrm>
            <a:off x="7772400" y="1238250"/>
            <a:ext cx="1047750" cy="552450"/>
          </a:xfrm>
          <a:prstGeom prst="roundRect">
            <a:avLst>
              <a:gd name="adj" fmla="val 13793"/>
            </a:avLst>
          </a:prstGeom>
          <a:solidFill>
            <a:srgbClr val="F2F8F7"/>
          </a:solidFill>
          <a:ln w="9525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NT-07</a:t>
            </a:r>
          </a:p>
          <a:p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AI 챗봇</a:t>
            </a:r>
          </a:p>
        </p:txBody>
      </p:sp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886D329D-EB28-4179-8E95-4D97F8660BDF}"/>
              </a:ext>
            </a:extLst>
          </p:cNvPr>
          <p:cNvSpPr>
            <a:spLocks noGrp="1"/>
          </p:cNvSpPr>
          <p:nvPr/>
        </p:nvSpPr>
        <p:spPr>
          <a:xfrm>
            <a:off x="5791200" y="2114550"/>
            <a:ext cx="1905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647E503E-81B9-4921-92D5-0F1C6A667383}"/>
              </a:ext>
            </a:extLst>
          </p:cNvPr>
          <p:cNvSpPr>
            <a:spLocks noGrp="1"/>
          </p:cNvSpPr>
          <p:nvPr/>
        </p:nvSpPr>
        <p:spPr>
          <a:xfrm>
            <a:off x="7524750" y="2114550"/>
            <a:ext cx="1905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AA63B168-06D8-48AF-A0FB-BDBF035E87BC}"/>
              </a:ext>
            </a:extLst>
          </p:cNvPr>
          <p:cNvSpPr>
            <a:spLocks noGrp="1"/>
          </p:cNvSpPr>
          <p:nvPr/>
        </p:nvSpPr>
        <p:spPr>
          <a:xfrm>
            <a:off x="4343400" y="2057400"/>
            <a:ext cx="247650" cy="247650"/>
          </a:xfrm>
          <a:prstGeom prst="ellipse">
            <a:avLst/>
          </a:prstGeom>
          <a:solidFill>
            <a:srgbClr val="267A73"/>
          </a:solidFill>
          <a:ln w="0">
            <a:noFill/>
            <a:prstDash val="solid"/>
          </a:ln>
        </p:spPr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D955B884-AC68-4FC5-9560-0B3569349B0C}"/>
              </a:ext>
            </a:extLst>
          </p:cNvPr>
          <p:cNvSpPr>
            <a:spLocks noGrp="1"/>
          </p:cNvSpPr>
          <p:nvPr/>
        </p:nvSpPr>
        <p:spPr>
          <a:xfrm>
            <a:off x="4343400" y="2057400"/>
            <a:ext cx="247650" cy="247650"/>
          </a:xfrm>
          <a:prstGeom prst="roundRect">
            <a:avLst>
              <a:gd name="adj" fmla="val 3076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051A1C37-A37B-4A6E-B52B-6A3544A500E0}"/>
              </a:ext>
            </a:extLst>
          </p:cNvPr>
          <p:cNvSpPr>
            <a:spLocks noGrp="1"/>
          </p:cNvSpPr>
          <p:nvPr/>
        </p:nvSpPr>
        <p:spPr>
          <a:xfrm>
            <a:off x="4705350" y="1905000"/>
            <a:ext cx="1066800" cy="552450"/>
          </a:xfrm>
          <a:prstGeom prst="roundRect">
            <a:avLst>
              <a:gd name="adj" fmla="val 13793"/>
            </a:avLst>
          </a:prstGeom>
          <a:solidFill>
            <a:srgbClr val="267A73"/>
          </a:solidFill>
          <a:ln w="9525">
            <a:solidFill>
              <a:srgbClr val="267A73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마이크 시작 → 정지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3D4A106A-1D11-4C82-AF9C-F5CE9FBDB73E}"/>
              </a:ext>
            </a:extLst>
          </p:cNvPr>
          <p:cNvSpPr>
            <a:spLocks noGrp="1"/>
          </p:cNvSpPr>
          <p:nvPr/>
        </p:nvSpPr>
        <p:spPr>
          <a:xfrm>
            <a:off x="6038850" y="1905000"/>
            <a:ext cx="14668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인식 문장을 입력창에 채우고 편집 상태를 유지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CCDD8CB6-A853-4BCC-9666-57919A77B7EC}"/>
              </a:ext>
            </a:extLst>
          </p:cNvPr>
          <p:cNvSpPr>
            <a:spLocks noGrp="1"/>
          </p:cNvSpPr>
          <p:nvPr/>
        </p:nvSpPr>
        <p:spPr>
          <a:xfrm>
            <a:off x="7772400" y="1905000"/>
            <a:ext cx="1047750" cy="552450"/>
          </a:xfrm>
          <a:prstGeom prst="roundRect">
            <a:avLst>
              <a:gd name="adj" fmla="val 13793"/>
            </a:avLst>
          </a:prstGeom>
          <a:solidFill>
            <a:srgbClr val="EAF4F2"/>
          </a:solidFill>
          <a:ln w="14288">
            <a:solidFill>
              <a:srgbClr val="267A73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NT-07</a:t>
            </a:r>
          </a:p>
          <a:p>
            <a:pPr algn="ctr">
              <a:buNone/>
              <a:def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응답</a:t>
            </a:r>
          </a:p>
        </p:txBody>
      </p:sp>
      <p:sp>
        <p:nvSpPr>
          <p:cNvPr id="33" name="화살표: 오른쪽 32">
            <a:extLst>
              <a:ext uri="{FF2B5EF4-FFF2-40B4-BE49-F238E27FC236}">
                <a16:creationId xmlns:a16="http://schemas.microsoft.com/office/drawing/2014/main" id="{C868C134-C5C2-4645-B512-50E8A87A054D}"/>
              </a:ext>
            </a:extLst>
          </p:cNvPr>
          <p:cNvSpPr>
            <a:spLocks noGrp="1"/>
          </p:cNvSpPr>
          <p:nvPr/>
        </p:nvSpPr>
        <p:spPr>
          <a:xfrm>
            <a:off x="5791200" y="2781300"/>
            <a:ext cx="1905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34" name="화살표: 오른쪽 33">
            <a:extLst>
              <a:ext uri="{FF2B5EF4-FFF2-40B4-BE49-F238E27FC236}">
                <a16:creationId xmlns:a16="http://schemas.microsoft.com/office/drawing/2014/main" id="{4433E7CC-0AD0-48BF-9B12-D2CC39E55BDB}"/>
              </a:ext>
            </a:extLst>
          </p:cNvPr>
          <p:cNvSpPr>
            <a:spLocks noGrp="1"/>
          </p:cNvSpPr>
          <p:nvPr/>
        </p:nvSpPr>
        <p:spPr>
          <a:xfrm>
            <a:off x="7524750" y="2781300"/>
            <a:ext cx="1905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2C6813B1-E96E-4F14-845F-9B135E3DCEB8}"/>
              </a:ext>
            </a:extLst>
          </p:cNvPr>
          <p:cNvSpPr>
            <a:spLocks noGrp="1"/>
          </p:cNvSpPr>
          <p:nvPr/>
        </p:nvSpPr>
        <p:spPr>
          <a:xfrm>
            <a:off x="4343400" y="2724150"/>
            <a:ext cx="247650" cy="247650"/>
          </a:xfrm>
          <a:prstGeom prst="ellipse">
            <a:avLst/>
          </a:prstGeom>
          <a:solidFill>
            <a:srgbClr val="5B7470"/>
          </a:solidFill>
          <a:ln w="0">
            <a:noFill/>
            <a:prstDash val="solid"/>
          </a:ln>
        </p:spPr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5DA4CAB0-1F0A-4414-8342-B6A64FA5F8A4}"/>
              </a:ext>
            </a:extLst>
          </p:cNvPr>
          <p:cNvSpPr>
            <a:spLocks noGrp="1"/>
          </p:cNvSpPr>
          <p:nvPr/>
        </p:nvSpPr>
        <p:spPr>
          <a:xfrm>
            <a:off x="4343400" y="2724150"/>
            <a:ext cx="247650" cy="247650"/>
          </a:xfrm>
          <a:prstGeom prst="roundRect">
            <a:avLst>
              <a:gd name="adj" fmla="val 3076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91E1C435-1C24-4E52-B6D2-9C8510D731EF}"/>
              </a:ext>
            </a:extLst>
          </p:cNvPr>
          <p:cNvSpPr>
            <a:spLocks noGrp="1"/>
          </p:cNvSpPr>
          <p:nvPr/>
        </p:nvSpPr>
        <p:spPr>
          <a:xfrm>
            <a:off x="4705350" y="2571750"/>
            <a:ext cx="1066800" cy="552450"/>
          </a:xfrm>
          <a:prstGeom prst="roundRect">
            <a:avLst>
              <a:gd name="adj" fmla="val 13793"/>
            </a:avLst>
          </a:prstGeom>
          <a:solidFill>
            <a:srgbClr val="267A73"/>
          </a:solidFill>
          <a:ln w="9525">
            <a:solidFill>
              <a:srgbClr val="267A73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전송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AA69677-4A86-4B39-A118-84B142216380}"/>
              </a:ext>
            </a:extLst>
          </p:cNvPr>
          <p:cNvSpPr>
            <a:spLocks noGrp="1"/>
          </p:cNvSpPr>
          <p:nvPr/>
        </p:nvSpPr>
        <p:spPr>
          <a:xfrm>
            <a:off x="6038850" y="2571750"/>
            <a:ext cx="14668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최종 문장을 저장하고 사용자 주도 AI 응답을 요청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D6695030-0136-4AFF-8457-7E301F0A8A03}"/>
              </a:ext>
            </a:extLst>
          </p:cNvPr>
          <p:cNvSpPr>
            <a:spLocks noGrp="1"/>
          </p:cNvSpPr>
          <p:nvPr/>
        </p:nvSpPr>
        <p:spPr>
          <a:xfrm>
            <a:off x="7772400" y="2571750"/>
            <a:ext cx="1047750" cy="552450"/>
          </a:xfrm>
          <a:prstGeom prst="roundRect">
            <a:avLst>
              <a:gd name="adj" fmla="val 13793"/>
            </a:avLst>
          </a:prstGeom>
          <a:solidFill>
            <a:srgbClr val="F2F8F7"/>
          </a:solidFill>
          <a:ln w="9525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NT-07</a:t>
            </a:r>
          </a:p>
          <a:p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재시도</a:t>
            </a:r>
          </a:p>
        </p:txBody>
      </p:sp>
      <p:sp>
        <p:nvSpPr>
          <p:cNvPr id="40" name="화살표: 오른쪽 39">
            <a:extLst>
              <a:ext uri="{FF2B5EF4-FFF2-40B4-BE49-F238E27FC236}">
                <a16:creationId xmlns:a16="http://schemas.microsoft.com/office/drawing/2014/main" id="{79BC46C5-03D0-4BB4-B21D-E64D8A5BDD48}"/>
              </a:ext>
            </a:extLst>
          </p:cNvPr>
          <p:cNvSpPr>
            <a:spLocks noGrp="1"/>
          </p:cNvSpPr>
          <p:nvPr/>
        </p:nvSpPr>
        <p:spPr>
          <a:xfrm>
            <a:off x="5791200" y="3448050"/>
            <a:ext cx="1905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41" name="화살표: 오른쪽 40">
            <a:extLst>
              <a:ext uri="{FF2B5EF4-FFF2-40B4-BE49-F238E27FC236}">
                <a16:creationId xmlns:a16="http://schemas.microsoft.com/office/drawing/2014/main" id="{CAB33FED-3D7F-479D-997E-4B2864A08FE3}"/>
              </a:ext>
            </a:extLst>
          </p:cNvPr>
          <p:cNvSpPr>
            <a:spLocks noGrp="1"/>
          </p:cNvSpPr>
          <p:nvPr/>
        </p:nvSpPr>
        <p:spPr>
          <a:xfrm>
            <a:off x="7524750" y="3448050"/>
            <a:ext cx="1905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F850A7AD-683A-468E-B5E0-0B8CE679C344}"/>
              </a:ext>
            </a:extLst>
          </p:cNvPr>
          <p:cNvSpPr>
            <a:spLocks noGrp="1"/>
          </p:cNvSpPr>
          <p:nvPr/>
        </p:nvSpPr>
        <p:spPr>
          <a:xfrm>
            <a:off x="4343400" y="3390900"/>
            <a:ext cx="247650" cy="247650"/>
          </a:xfrm>
          <a:prstGeom prst="ellipse">
            <a:avLst/>
          </a:prstGeom>
          <a:solidFill>
            <a:srgbClr val="267A73"/>
          </a:solidFill>
          <a:ln w="0">
            <a:noFill/>
            <a:prstDash val="solid"/>
          </a:ln>
        </p:spPr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70A320B2-C796-4D07-B97A-554E3218BA56}"/>
              </a:ext>
            </a:extLst>
          </p:cNvPr>
          <p:cNvSpPr>
            <a:spLocks noGrp="1"/>
          </p:cNvSpPr>
          <p:nvPr/>
        </p:nvSpPr>
        <p:spPr>
          <a:xfrm>
            <a:off x="4343400" y="3390900"/>
            <a:ext cx="247650" cy="247650"/>
          </a:xfrm>
          <a:prstGeom prst="roundRect">
            <a:avLst>
              <a:gd name="adj" fmla="val 3076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416838C2-B1C2-4211-A461-04C9A7685ED5}"/>
              </a:ext>
            </a:extLst>
          </p:cNvPr>
          <p:cNvSpPr>
            <a:spLocks noGrp="1"/>
          </p:cNvSpPr>
          <p:nvPr/>
        </p:nvSpPr>
        <p:spPr>
          <a:xfrm>
            <a:off x="4705350" y="3238500"/>
            <a:ext cx="1066800" cy="552450"/>
          </a:xfrm>
          <a:prstGeom prst="roundRect">
            <a:avLst>
              <a:gd name="adj" fmla="val 13793"/>
            </a:avLst>
          </a:prstGeom>
          <a:solidFill>
            <a:srgbClr val="267A73"/>
          </a:solidFill>
          <a:ln w="9525">
            <a:solidFill>
              <a:srgbClr val="267A73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듣기·정지 / 종료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DA36BA13-1B08-488A-8977-AD05556CA1AA}"/>
              </a:ext>
            </a:extLst>
          </p:cNvPr>
          <p:cNvSpPr>
            <a:spLocks noGrp="1"/>
          </p:cNvSpPr>
          <p:nvPr/>
        </p:nvSpPr>
        <p:spPr>
          <a:xfrm>
            <a:off x="6038850" y="3238500"/>
            <a:ext cx="14668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TTS를 제어하거나 대화를 마감해 기록을 반영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58B4B295-93C9-45EA-BB7F-CBCE519E0689}"/>
              </a:ext>
            </a:extLst>
          </p:cNvPr>
          <p:cNvSpPr>
            <a:spLocks noGrp="1"/>
          </p:cNvSpPr>
          <p:nvPr/>
        </p:nvSpPr>
        <p:spPr>
          <a:xfrm>
            <a:off x="7772400" y="3238500"/>
            <a:ext cx="1047750" cy="552450"/>
          </a:xfrm>
          <a:prstGeom prst="roundRect">
            <a:avLst>
              <a:gd name="adj" fmla="val 13793"/>
            </a:avLst>
          </a:prstGeom>
          <a:solidFill>
            <a:srgbClr val="EAF4F2"/>
          </a:solidFill>
          <a:ln w="14288">
            <a:solidFill>
              <a:srgbClr val="267A73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NT-08</a:t>
            </a:r>
          </a:p>
          <a:p>
            <a:pPr algn="ctr">
              <a:buNone/>
              <a:def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대시보드</a:t>
            </a:r>
          </a:p>
        </p:txBody>
      </p:sp>
      <p:sp>
        <p:nvSpPr>
          <p:cNvPr id="47" name="화살표: 오른쪽 46">
            <a:extLst>
              <a:ext uri="{FF2B5EF4-FFF2-40B4-BE49-F238E27FC236}">
                <a16:creationId xmlns:a16="http://schemas.microsoft.com/office/drawing/2014/main" id="{80232191-DAA0-41B3-90C1-755021304C21}"/>
              </a:ext>
            </a:extLst>
          </p:cNvPr>
          <p:cNvSpPr>
            <a:spLocks noGrp="1"/>
          </p:cNvSpPr>
          <p:nvPr/>
        </p:nvSpPr>
        <p:spPr>
          <a:xfrm>
            <a:off x="5791200" y="4114800"/>
            <a:ext cx="1905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48" name="화살표: 오른쪽 47">
            <a:extLst>
              <a:ext uri="{FF2B5EF4-FFF2-40B4-BE49-F238E27FC236}">
                <a16:creationId xmlns:a16="http://schemas.microsoft.com/office/drawing/2014/main" id="{CF23D9A9-A785-411C-A524-F2BDDEFDAFB4}"/>
              </a:ext>
            </a:extLst>
          </p:cNvPr>
          <p:cNvSpPr>
            <a:spLocks noGrp="1"/>
          </p:cNvSpPr>
          <p:nvPr/>
        </p:nvSpPr>
        <p:spPr>
          <a:xfrm>
            <a:off x="7524750" y="4114800"/>
            <a:ext cx="1905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CD75B054-2BCF-4DCA-B295-E893FA2CD445}"/>
              </a:ext>
            </a:extLst>
          </p:cNvPr>
          <p:cNvSpPr>
            <a:spLocks noGrp="1"/>
          </p:cNvSpPr>
          <p:nvPr/>
        </p:nvSpPr>
        <p:spPr>
          <a:xfrm>
            <a:off x="4343400" y="4057650"/>
            <a:ext cx="247650" cy="247650"/>
          </a:xfrm>
          <a:prstGeom prst="ellipse">
            <a:avLst/>
          </a:prstGeom>
          <a:solidFill>
            <a:srgbClr val="5B7470"/>
          </a:solidFill>
          <a:ln w="0">
            <a:noFill/>
            <a:prstDash val="solid"/>
          </a:ln>
        </p:spPr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A9F02E1F-4DFF-454A-967B-80514B7B5F49}"/>
              </a:ext>
            </a:extLst>
          </p:cNvPr>
          <p:cNvSpPr>
            <a:spLocks noGrp="1"/>
          </p:cNvSpPr>
          <p:nvPr/>
        </p:nvSpPr>
        <p:spPr>
          <a:xfrm>
            <a:off x="4343400" y="4057650"/>
            <a:ext cx="247650" cy="247650"/>
          </a:xfrm>
          <a:prstGeom prst="roundRect">
            <a:avLst>
              <a:gd name="adj" fmla="val 3076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EAEC7D32-873E-4D19-BB57-56D921DA9ADB}"/>
              </a:ext>
            </a:extLst>
          </p:cNvPr>
          <p:cNvSpPr>
            <a:spLocks noGrp="1"/>
          </p:cNvSpPr>
          <p:nvPr/>
        </p:nvSpPr>
        <p:spPr>
          <a:xfrm>
            <a:off x="4705350" y="3905250"/>
            <a:ext cx="1066800" cy="552450"/>
          </a:xfrm>
          <a:prstGeom prst="roundRect">
            <a:avLst>
              <a:gd name="adj" fmla="val 13793"/>
            </a:avLst>
          </a:prstGeom>
          <a:solidFill>
            <a:srgbClr val="267A73"/>
          </a:solidFill>
          <a:ln w="9525">
            <a:solidFill>
              <a:srgbClr val="267A73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대시보드 막대</a:t>
            </a: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C02686B4-9D9E-4134-B03D-96BFFA6E9C26}"/>
              </a:ext>
            </a:extLst>
          </p:cNvPr>
          <p:cNvSpPr>
            <a:spLocks noGrp="1"/>
          </p:cNvSpPr>
          <p:nvPr/>
        </p:nvSpPr>
        <p:spPr>
          <a:xfrm>
            <a:off x="6038850" y="3905250"/>
            <a:ext cx="14668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갈망 4단계 중첩·AUQ X/56·이벤트 건수를 표시</a:t>
            </a: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CEA83FB5-3488-4E0E-B863-1BBF6A578690}"/>
              </a:ext>
            </a:extLst>
          </p:cNvPr>
          <p:cNvSpPr>
            <a:spLocks noGrp="1"/>
          </p:cNvSpPr>
          <p:nvPr/>
        </p:nvSpPr>
        <p:spPr>
          <a:xfrm>
            <a:off x="7772400" y="3905250"/>
            <a:ext cx="1047750" cy="552450"/>
          </a:xfrm>
          <a:prstGeom prst="roundRect">
            <a:avLst>
              <a:gd name="adj" fmla="val 13793"/>
            </a:avLst>
          </a:prstGeom>
          <a:solidFill>
            <a:srgbClr val="F2F8F7"/>
          </a:solidFill>
          <a:ln w="9525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NT-08</a:t>
            </a:r>
          </a:p>
          <a:p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유지</a:t>
            </a:r>
          </a:p>
        </p:txBody>
      </p:sp>
    </p:spTree>
    <p:extLst>
      <p:ext uri="{BB962C8B-B14F-4D97-AF65-F5344CB8AC3E}">
        <p14:creationId xmlns:p14="http://schemas.microsoft.com/office/powerpoint/2010/main" val="4739447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CEBAA82-50A1-47E7-BD5C-3AF29452A93A}"/>
              </a:ext>
            </a:extLst>
          </p:cNvPr>
          <p:cNvSpPr>
            <a:spLocks noGrp="1"/>
          </p:cNvSpPr>
          <p:nvPr/>
        </p:nvSpPr>
        <p:spPr>
          <a:xfrm>
            <a:off x="0" y="18288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파이프라인</a:t>
            </a:r>
            <a:r>
              <a:rPr sz="2900" b="1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en-US" sz="2900" b="1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4</a:t>
            </a:r>
            <a:r>
              <a:rPr sz="2900" b="1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2900" b="1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카메라</a:t>
            </a:r>
            <a:r>
              <a:rPr sz="2900" b="1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900" b="1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rPPG</a:t>
            </a:r>
            <a:r>
              <a:rPr sz="2900" b="1" dirty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900" b="1" dirty="0" err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측정</a:t>
            </a:r>
            <a:endParaRPr sz="2900" b="1" dirty="0">
              <a:solidFill>
                <a:srgbClr val="172A4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CD52AFA-0EFB-4043-8415-D8DB8108F9CF}"/>
              </a:ext>
            </a:extLst>
          </p:cNvPr>
          <p:cNvSpPr>
            <a:spLocks noGrp="1"/>
          </p:cNvSpPr>
          <p:nvPr/>
        </p:nvSpPr>
        <p:spPr>
          <a:xfrm>
            <a:off x="0" y="621792"/>
            <a:ext cx="9144000" cy="32004"/>
          </a:xfrm>
          <a:prstGeom prst="rect">
            <a:avLst/>
          </a:prstGeom>
          <a:solidFill>
            <a:srgbClr val="267A73"/>
          </a:solidFill>
          <a:ln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0A005E4-FE64-4250-B46D-6318A5D990E7}"/>
              </a:ext>
            </a:extLst>
          </p:cNvPr>
          <p:cNvSpPr>
            <a:spLocks noGrp="1"/>
          </p:cNvSpPr>
          <p:nvPr/>
        </p:nvSpPr>
        <p:spPr>
          <a:xfrm>
            <a:off x="8641080" y="484632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520D69A-C3B2-40BF-A66E-1135E828C2CA}"/>
              </a:ext>
            </a:extLst>
          </p:cNvPr>
          <p:cNvSpPr>
            <a:spLocks noGrp="1"/>
          </p:cNvSpPr>
          <p:nvPr/>
        </p:nvSpPr>
        <p:spPr>
          <a:xfrm>
            <a:off x="342900" y="1009650"/>
            <a:ext cx="1219200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얼굴 안정화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B5FCF6B-1E34-4EF9-A39C-283359599553}"/>
              </a:ext>
            </a:extLst>
          </p:cNvPr>
          <p:cNvSpPr>
            <a:spLocks noGrp="1"/>
          </p:cNvSpPr>
          <p:nvPr/>
        </p:nvSpPr>
        <p:spPr>
          <a:xfrm>
            <a:off x="1619250" y="1009650"/>
            <a:ext cx="1219200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20초 촬영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6EB1116-178C-4DD9-BBE3-DCAB3C3A8D8D}"/>
              </a:ext>
            </a:extLst>
          </p:cNvPr>
          <p:cNvSpPr>
            <a:spLocks noGrp="1"/>
          </p:cNvSpPr>
          <p:nvPr/>
        </p:nvSpPr>
        <p:spPr>
          <a:xfrm>
            <a:off x="2895600" y="1009650"/>
            <a:ext cx="1219200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업로드 · 분석</a:t>
            </a:r>
          </a:p>
        </p:txBody>
      </p:sp>
      <p:pic>
        <p:nvPicPr>
          <p:cNvPr id="63" name="그림 60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00050" y="1238250"/>
            <a:ext cx="1162050" cy="258232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4" name="그림 6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657350" y="1238250"/>
            <a:ext cx="1162050" cy="258232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5" name="그림 62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914650" y="1238250"/>
            <a:ext cx="1162050" cy="258232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704D1B42-59B7-4851-815D-97DE6DA8CFD2}"/>
              </a:ext>
            </a:extLst>
          </p:cNvPr>
          <p:cNvSpPr>
            <a:spLocks noGrp="1"/>
          </p:cNvSpPr>
          <p:nvPr/>
        </p:nvSpPr>
        <p:spPr>
          <a:xfrm>
            <a:off x="400050" y="3962400"/>
            <a:ext cx="3676650" cy="552450"/>
          </a:xfrm>
          <a:prstGeom prst="roundRect">
            <a:avLst>
              <a:gd name="adj" fmla="val 13793"/>
            </a:avLst>
          </a:prstGeom>
          <a:solidFill>
            <a:srgbClr val="EAF4F2"/>
          </a:solidFill>
          <a:ln w="19050">
            <a:solidFill>
              <a:srgbClr val="267A73"/>
            </a:solidFill>
            <a:prstDash val="solid"/>
          </a:ln>
        </p:spPr>
        <p:txBody>
          <a:bodyPr lIns="76200" tIns="38100" rIns="76200" bIns="38100" anchor="ctr"/>
          <a:lstStyle/>
          <a:p>
            <a:endParaRPr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966A88C7-1910-4D0F-9A9E-241DA5018747}"/>
              </a:ext>
            </a:extLst>
          </p:cNvPr>
          <p:cNvSpPr>
            <a:spLocks noGrp="1"/>
          </p:cNvSpPr>
          <p:nvPr/>
        </p:nvSpPr>
        <p:spPr>
          <a:xfrm>
            <a:off x="476250" y="4029075"/>
            <a:ext cx="3524250" cy="247650"/>
          </a:xfrm>
          <a:prstGeom prst="roundRect">
            <a:avLst>
              <a:gd name="adj" fmla="val 3076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NT-04R · 촬영에서 결과까지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48269154-2842-4FBC-9A45-53CCC43B7BFF}"/>
              </a:ext>
            </a:extLst>
          </p:cNvPr>
          <p:cNvSpPr>
            <a:spLocks noGrp="1"/>
          </p:cNvSpPr>
          <p:nvPr/>
        </p:nvSpPr>
        <p:spPr>
          <a:xfrm>
            <a:off x="476250" y="4286250"/>
            <a:ext cx="3524250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안정화 → 20초 촬영 → 업로드·DGX 분석 → 결과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A9AF464-1B6E-47F0-AC87-64220763CA73}"/>
              </a:ext>
            </a:extLst>
          </p:cNvPr>
          <p:cNvSpPr>
            <a:spLocks noGrp="1"/>
          </p:cNvSpPr>
          <p:nvPr/>
        </p:nvSpPr>
        <p:spPr>
          <a:xfrm>
            <a:off x="4705350" y="1009650"/>
            <a:ext cx="1066800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누르는 항목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33A82640-EB3A-404A-A62B-CD29E91424EE}"/>
              </a:ext>
            </a:extLst>
          </p:cNvPr>
          <p:cNvSpPr>
            <a:spLocks noGrp="1"/>
          </p:cNvSpPr>
          <p:nvPr/>
        </p:nvSpPr>
        <p:spPr>
          <a:xfrm>
            <a:off x="6038850" y="1009650"/>
            <a:ext cx="1466850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앱 반응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D5FBFA8-193C-4246-8B8C-729999658518}"/>
              </a:ext>
            </a:extLst>
          </p:cNvPr>
          <p:cNvSpPr>
            <a:spLocks noGrp="1"/>
          </p:cNvSpPr>
          <p:nvPr/>
        </p:nvSpPr>
        <p:spPr>
          <a:xfrm>
            <a:off x="7772400" y="1009650"/>
            <a:ext cx="1047750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이동·유지 화면</a:t>
            </a:r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E7D5C803-AE87-451A-B28C-01AF0AEE094F}"/>
              </a:ext>
            </a:extLst>
          </p:cNvPr>
          <p:cNvSpPr>
            <a:spLocks noGrp="1"/>
          </p:cNvSpPr>
          <p:nvPr/>
        </p:nvSpPr>
        <p:spPr>
          <a:xfrm>
            <a:off x="5791200" y="1447800"/>
            <a:ext cx="1905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AFCDE8BB-67CA-481D-8B51-FAC78BC4155E}"/>
              </a:ext>
            </a:extLst>
          </p:cNvPr>
          <p:cNvSpPr>
            <a:spLocks noGrp="1"/>
          </p:cNvSpPr>
          <p:nvPr/>
        </p:nvSpPr>
        <p:spPr>
          <a:xfrm>
            <a:off x="7524750" y="1447800"/>
            <a:ext cx="1905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828A7416-781E-422B-BE93-38DD3A1BB32E}"/>
              </a:ext>
            </a:extLst>
          </p:cNvPr>
          <p:cNvSpPr>
            <a:spLocks noGrp="1"/>
          </p:cNvSpPr>
          <p:nvPr/>
        </p:nvSpPr>
        <p:spPr>
          <a:xfrm>
            <a:off x="4343400" y="1390650"/>
            <a:ext cx="247650" cy="247650"/>
          </a:xfrm>
          <a:prstGeom prst="ellipse">
            <a:avLst/>
          </a:prstGeom>
          <a:solidFill>
            <a:srgbClr val="5B7470"/>
          </a:solidFill>
          <a:ln w="0">
            <a:noFill/>
            <a:prstDash val="solid"/>
          </a:ln>
        </p:spPr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1403634D-0D34-469C-BBBA-FEBE680CB77D}"/>
              </a:ext>
            </a:extLst>
          </p:cNvPr>
          <p:cNvSpPr>
            <a:spLocks noGrp="1"/>
          </p:cNvSpPr>
          <p:nvPr/>
        </p:nvSpPr>
        <p:spPr>
          <a:xfrm>
            <a:off x="4343400" y="1390650"/>
            <a:ext cx="247650" cy="247650"/>
          </a:xfrm>
          <a:prstGeom prst="roundRect">
            <a:avLst>
              <a:gd name="adj" fmla="val 3076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236EEF3-FF45-4AF8-8296-190CA18E4B5D}"/>
              </a:ext>
            </a:extLst>
          </p:cNvPr>
          <p:cNvSpPr>
            <a:spLocks noGrp="1"/>
          </p:cNvSpPr>
          <p:nvPr/>
        </p:nvSpPr>
        <p:spPr>
          <a:xfrm>
            <a:off x="4705350" y="1238250"/>
            <a:ext cx="1066800" cy="552450"/>
          </a:xfrm>
          <a:prstGeom prst="roundRect">
            <a:avLst>
              <a:gd name="adj" fmla="val 13793"/>
            </a:avLst>
          </a:prstGeom>
          <a:solidFill>
            <a:srgbClr val="267A73"/>
          </a:solidFill>
          <a:ln w="9525">
            <a:solidFill>
              <a:srgbClr val="267A73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얼굴로 측정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563F1C91-AFBB-4C94-A078-2F6DBBBBFF6F}"/>
              </a:ext>
            </a:extLst>
          </p:cNvPr>
          <p:cNvSpPr>
            <a:spLocks noGrp="1"/>
          </p:cNvSpPr>
          <p:nvPr/>
        </p:nvSpPr>
        <p:spPr>
          <a:xfrm>
            <a:off x="6038850" y="1238250"/>
            <a:ext cx="14668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동의·권한·rPPG 준비 상태 확인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21F97F0-F6ED-4CBA-B482-04D6B6689016}"/>
              </a:ext>
            </a:extLst>
          </p:cNvPr>
          <p:cNvSpPr>
            <a:spLocks noGrp="1"/>
          </p:cNvSpPr>
          <p:nvPr/>
        </p:nvSpPr>
        <p:spPr>
          <a:xfrm>
            <a:off x="7772400" y="1238250"/>
            <a:ext cx="1047750" cy="552450"/>
          </a:xfrm>
          <a:prstGeom prst="roundRect">
            <a:avLst>
              <a:gd name="adj" fmla="val 13793"/>
            </a:avLst>
          </a:prstGeom>
          <a:solidFill>
            <a:srgbClr val="F2F8F7"/>
          </a:solidFill>
          <a:ln w="9525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NT-04R</a:t>
            </a:r>
          </a:p>
          <a:p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얼굴 찾기</a:t>
            </a:r>
          </a:p>
        </p:txBody>
      </p:sp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77629D7A-2A0A-4491-8A37-C03F6576E74D}"/>
              </a:ext>
            </a:extLst>
          </p:cNvPr>
          <p:cNvSpPr>
            <a:spLocks noGrp="1"/>
          </p:cNvSpPr>
          <p:nvPr/>
        </p:nvSpPr>
        <p:spPr>
          <a:xfrm>
            <a:off x="5791200" y="2114550"/>
            <a:ext cx="1905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5C240264-C58D-426B-BF26-E8429142A1ED}"/>
              </a:ext>
            </a:extLst>
          </p:cNvPr>
          <p:cNvSpPr>
            <a:spLocks noGrp="1"/>
          </p:cNvSpPr>
          <p:nvPr/>
        </p:nvSpPr>
        <p:spPr>
          <a:xfrm>
            <a:off x="7524750" y="2114550"/>
            <a:ext cx="1905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6175B002-7494-4328-8F4C-93C326E4A804}"/>
              </a:ext>
            </a:extLst>
          </p:cNvPr>
          <p:cNvSpPr>
            <a:spLocks noGrp="1"/>
          </p:cNvSpPr>
          <p:nvPr/>
        </p:nvSpPr>
        <p:spPr>
          <a:xfrm>
            <a:off x="4343400" y="2057400"/>
            <a:ext cx="247650" cy="247650"/>
          </a:xfrm>
          <a:prstGeom prst="ellipse">
            <a:avLst/>
          </a:prstGeom>
          <a:solidFill>
            <a:srgbClr val="5B7470"/>
          </a:solidFill>
          <a:ln w="0">
            <a:noFill/>
            <a:prstDash val="solid"/>
          </a:ln>
        </p:spPr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713FF750-2BEE-45B1-A9D0-D778C821E147}"/>
              </a:ext>
            </a:extLst>
          </p:cNvPr>
          <p:cNvSpPr>
            <a:spLocks noGrp="1"/>
          </p:cNvSpPr>
          <p:nvPr/>
        </p:nvSpPr>
        <p:spPr>
          <a:xfrm>
            <a:off x="4343400" y="2057400"/>
            <a:ext cx="247650" cy="247650"/>
          </a:xfrm>
          <a:prstGeom prst="roundRect">
            <a:avLst>
              <a:gd name="adj" fmla="val 3076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C4984756-5F4D-41B6-9958-7A0A477CD042}"/>
              </a:ext>
            </a:extLst>
          </p:cNvPr>
          <p:cNvSpPr>
            <a:spLocks noGrp="1"/>
          </p:cNvSpPr>
          <p:nvPr/>
        </p:nvSpPr>
        <p:spPr>
          <a:xfrm>
            <a:off x="4705350" y="1905000"/>
            <a:ext cx="1066800" cy="552450"/>
          </a:xfrm>
          <a:prstGeom prst="roundRect">
            <a:avLst>
              <a:gd name="adj" fmla="val 13793"/>
            </a:avLst>
          </a:prstGeom>
          <a:solidFill>
            <a:srgbClr val="267A73"/>
          </a:solidFill>
          <a:ln w="9525">
            <a:solidFill>
              <a:srgbClr val="267A73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얼굴 1초</a:t>
            </a:r>
          </a:p>
          <a:p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유지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A0013499-D1A3-4984-A7B5-5E03C88D4D95}"/>
              </a:ext>
            </a:extLst>
          </p:cNvPr>
          <p:cNvSpPr>
            <a:spLocks noGrp="1"/>
          </p:cNvSpPr>
          <p:nvPr/>
        </p:nvSpPr>
        <p:spPr>
          <a:xfrm>
            <a:off x="6038850" y="1905000"/>
            <a:ext cx="14668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20초 촬영 자동 시작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88160918-A520-45E0-AA7B-6D1E89902074}"/>
              </a:ext>
            </a:extLst>
          </p:cNvPr>
          <p:cNvSpPr>
            <a:spLocks noGrp="1"/>
          </p:cNvSpPr>
          <p:nvPr/>
        </p:nvSpPr>
        <p:spPr>
          <a:xfrm>
            <a:off x="7772400" y="1905000"/>
            <a:ext cx="1047750" cy="552450"/>
          </a:xfrm>
          <a:prstGeom prst="roundRect">
            <a:avLst>
              <a:gd name="adj" fmla="val 13793"/>
            </a:avLst>
          </a:prstGeom>
          <a:solidFill>
            <a:srgbClr val="F2F8F7"/>
          </a:solidFill>
          <a:ln w="9525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NT-04R</a:t>
            </a:r>
          </a:p>
          <a:p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촬영 중</a:t>
            </a:r>
          </a:p>
        </p:txBody>
      </p:sp>
      <p:sp>
        <p:nvSpPr>
          <p:cNvPr id="33" name="화살표: 오른쪽 32">
            <a:extLst>
              <a:ext uri="{FF2B5EF4-FFF2-40B4-BE49-F238E27FC236}">
                <a16:creationId xmlns:a16="http://schemas.microsoft.com/office/drawing/2014/main" id="{19D4B0C4-1D10-42B0-B814-3106188AC76D}"/>
              </a:ext>
            </a:extLst>
          </p:cNvPr>
          <p:cNvSpPr>
            <a:spLocks noGrp="1"/>
          </p:cNvSpPr>
          <p:nvPr/>
        </p:nvSpPr>
        <p:spPr>
          <a:xfrm>
            <a:off x="5791200" y="2781300"/>
            <a:ext cx="1905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34" name="화살표: 오른쪽 33">
            <a:extLst>
              <a:ext uri="{FF2B5EF4-FFF2-40B4-BE49-F238E27FC236}">
                <a16:creationId xmlns:a16="http://schemas.microsoft.com/office/drawing/2014/main" id="{776992D2-0DC5-404C-935D-6D8B70A68A50}"/>
              </a:ext>
            </a:extLst>
          </p:cNvPr>
          <p:cNvSpPr>
            <a:spLocks noGrp="1"/>
          </p:cNvSpPr>
          <p:nvPr/>
        </p:nvSpPr>
        <p:spPr>
          <a:xfrm>
            <a:off x="7524750" y="2781300"/>
            <a:ext cx="1905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D6C0333D-7D1F-4351-AC2B-6879F0710E40}"/>
              </a:ext>
            </a:extLst>
          </p:cNvPr>
          <p:cNvSpPr>
            <a:spLocks noGrp="1"/>
          </p:cNvSpPr>
          <p:nvPr/>
        </p:nvSpPr>
        <p:spPr>
          <a:xfrm>
            <a:off x="4343400" y="2724150"/>
            <a:ext cx="247650" cy="247650"/>
          </a:xfrm>
          <a:prstGeom prst="ellipse">
            <a:avLst/>
          </a:prstGeom>
          <a:solidFill>
            <a:srgbClr val="267A73"/>
          </a:solidFill>
          <a:ln w="0">
            <a:noFill/>
            <a:prstDash val="solid"/>
          </a:ln>
        </p:spPr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80FFD08E-E286-4235-ADC0-E8BCC6083892}"/>
              </a:ext>
            </a:extLst>
          </p:cNvPr>
          <p:cNvSpPr>
            <a:spLocks noGrp="1"/>
          </p:cNvSpPr>
          <p:nvPr/>
        </p:nvSpPr>
        <p:spPr>
          <a:xfrm>
            <a:off x="4343400" y="2724150"/>
            <a:ext cx="247650" cy="247650"/>
          </a:xfrm>
          <a:prstGeom prst="roundRect">
            <a:avLst>
              <a:gd name="adj" fmla="val 3076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5D3EDEFC-BC3E-43A7-85BA-4094C29D914F}"/>
              </a:ext>
            </a:extLst>
          </p:cNvPr>
          <p:cNvSpPr>
            <a:spLocks noGrp="1"/>
          </p:cNvSpPr>
          <p:nvPr/>
        </p:nvSpPr>
        <p:spPr>
          <a:xfrm>
            <a:off x="4705350" y="2571750"/>
            <a:ext cx="1066800" cy="552450"/>
          </a:xfrm>
          <a:prstGeom prst="roundRect">
            <a:avLst>
              <a:gd name="adj" fmla="val 13793"/>
            </a:avLst>
          </a:prstGeom>
          <a:solidFill>
            <a:srgbClr val="267A73"/>
          </a:solidFill>
          <a:ln w="9525">
            <a:solidFill>
              <a:srgbClr val="267A73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촬영 완료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00900D54-5DD0-4840-AB67-B8A55A0F0B21}"/>
              </a:ext>
            </a:extLst>
          </p:cNvPr>
          <p:cNvSpPr>
            <a:spLocks noGrp="1"/>
          </p:cNvSpPr>
          <p:nvPr/>
        </p:nvSpPr>
        <p:spPr>
          <a:xfrm>
            <a:off x="6038850" y="2571750"/>
            <a:ext cx="14668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202 응답 후 로컬 영상 삭제·job polling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22D69D04-5C69-4E9A-988E-366C1F905286}"/>
              </a:ext>
            </a:extLst>
          </p:cNvPr>
          <p:cNvSpPr>
            <a:spLocks noGrp="1"/>
          </p:cNvSpPr>
          <p:nvPr/>
        </p:nvSpPr>
        <p:spPr>
          <a:xfrm>
            <a:off x="7772400" y="2571750"/>
            <a:ext cx="1047750" cy="552450"/>
          </a:xfrm>
          <a:prstGeom prst="roundRect">
            <a:avLst>
              <a:gd name="adj" fmla="val 13793"/>
            </a:avLst>
          </a:prstGeom>
          <a:solidFill>
            <a:srgbClr val="EAF4F2"/>
          </a:solidFill>
          <a:ln w="14288">
            <a:solidFill>
              <a:srgbClr val="267A73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NT-04R</a:t>
            </a:r>
          </a:p>
          <a:p>
            <a:pPr algn="ctr">
              <a:buNone/>
              <a:def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분석 대기</a:t>
            </a:r>
          </a:p>
        </p:txBody>
      </p:sp>
      <p:sp>
        <p:nvSpPr>
          <p:cNvPr id="40" name="화살표: 오른쪽 39">
            <a:extLst>
              <a:ext uri="{FF2B5EF4-FFF2-40B4-BE49-F238E27FC236}">
                <a16:creationId xmlns:a16="http://schemas.microsoft.com/office/drawing/2014/main" id="{A3FFBE4D-EE67-4971-8D6D-30493EC8DEFE}"/>
              </a:ext>
            </a:extLst>
          </p:cNvPr>
          <p:cNvSpPr>
            <a:spLocks noGrp="1"/>
          </p:cNvSpPr>
          <p:nvPr/>
        </p:nvSpPr>
        <p:spPr>
          <a:xfrm>
            <a:off x="5791200" y="3448050"/>
            <a:ext cx="1905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41" name="화살표: 오른쪽 40">
            <a:extLst>
              <a:ext uri="{FF2B5EF4-FFF2-40B4-BE49-F238E27FC236}">
                <a16:creationId xmlns:a16="http://schemas.microsoft.com/office/drawing/2014/main" id="{E74D7C9B-828C-4F01-8263-2C88B3915115}"/>
              </a:ext>
            </a:extLst>
          </p:cNvPr>
          <p:cNvSpPr>
            <a:spLocks noGrp="1"/>
          </p:cNvSpPr>
          <p:nvPr/>
        </p:nvSpPr>
        <p:spPr>
          <a:xfrm>
            <a:off x="7524750" y="3448050"/>
            <a:ext cx="1905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F9B754BB-5C6A-48C8-A8B0-39EB4FC9A09D}"/>
              </a:ext>
            </a:extLst>
          </p:cNvPr>
          <p:cNvSpPr>
            <a:spLocks noGrp="1"/>
          </p:cNvSpPr>
          <p:nvPr/>
        </p:nvSpPr>
        <p:spPr>
          <a:xfrm>
            <a:off x="4343400" y="3390900"/>
            <a:ext cx="247650" cy="247650"/>
          </a:xfrm>
          <a:prstGeom prst="ellipse">
            <a:avLst/>
          </a:prstGeom>
          <a:solidFill>
            <a:srgbClr val="5B7470"/>
          </a:solidFill>
          <a:ln w="0">
            <a:noFill/>
            <a:prstDash val="solid"/>
          </a:ln>
        </p:spPr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D86FBB2D-1050-4169-8A45-88E9D6D80E94}"/>
              </a:ext>
            </a:extLst>
          </p:cNvPr>
          <p:cNvSpPr>
            <a:spLocks noGrp="1"/>
          </p:cNvSpPr>
          <p:nvPr/>
        </p:nvSpPr>
        <p:spPr>
          <a:xfrm>
            <a:off x="4343400" y="3390900"/>
            <a:ext cx="247650" cy="247650"/>
          </a:xfrm>
          <a:prstGeom prst="roundRect">
            <a:avLst>
              <a:gd name="adj" fmla="val 3076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372DAC87-B072-416F-9472-9FF63D7F3739}"/>
              </a:ext>
            </a:extLst>
          </p:cNvPr>
          <p:cNvSpPr>
            <a:spLocks noGrp="1"/>
          </p:cNvSpPr>
          <p:nvPr/>
        </p:nvSpPr>
        <p:spPr>
          <a:xfrm>
            <a:off x="4705350" y="3238500"/>
            <a:ext cx="1066800" cy="552450"/>
          </a:xfrm>
          <a:prstGeom prst="roundRect">
            <a:avLst>
              <a:gd name="adj" fmla="val 13793"/>
            </a:avLst>
          </a:prstGeom>
          <a:solidFill>
            <a:srgbClr val="267A73"/>
          </a:solidFill>
          <a:ln w="9525">
            <a:solidFill>
              <a:srgbClr val="267A73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품질 미달 / 실패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C30342D2-2A9A-4400-9AD4-A998D505C431}"/>
              </a:ext>
            </a:extLst>
          </p:cNvPr>
          <p:cNvSpPr>
            <a:spLocks noGrp="1"/>
          </p:cNvSpPr>
          <p:nvPr/>
        </p:nvSpPr>
        <p:spPr>
          <a:xfrm>
            <a:off x="6038850" y="3238500"/>
            <a:ext cx="14668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품질 미달은 새 촬영, 통신 실패는 재분석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0105EE88-502D-43A2-B18C-D801068596E7}"/>
              </a:ext>
            </a:extLst>
          </p:cNvPr>
          <p:cNvSpPr>
            <a:spLocks noGrp="1"/>
          </p:cNvSpPr>
          <p:nvPr/>
        </p:nvSpPr>
        <p:spPr>
          <a:xfrm>
            <a:off x="7772400" y="3238500"/>
            <a:ext cx="1047750" cy="552450"/>
          </a:xfrm>
          <a:prstGeom prst="roundRect">
            <a:avLst>
              <a:gd name="adj" fmla="val 13793"/>
            </a:avLst>
          </a:prstGeom>
          <a:solidFill>
            <a:srgbClr val="F2F8F7"/>
          </a:solidFill>
          <a:ln w="9525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NT-04R</a:t>
            </a:r>
          </a:p>
          <a:p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재촬영·재시도</a:t>
            </a:r>
          </a:p>
        </p:txBody>
      </p:sp>
      <p:sp>
        <p:nvSpPr>
          <p:cNvPr id="47" name="화살표: 오른쪽 46">
            <a:extLst>
              <a:ext uri="{FF2B5EF4-FFF2-40B4-BE49-F238E27FC236}">
                <a16:creationId xmlns:a16="http://schemas.microsoft.com/office/drawing/2014/main" id="{0FA8C204-A2DA-485F-B466-285098955A13}"/>
              </a:ext>
            </a:extLst>
          </p:cNvPr>
          <p:cNvSpPr>
            <a:spLocks noGrp="1"/>
          </p:cNvSpPr>
          <p:nvPr/>
        </p:nvSpPr>
        <p:spPr>
          <a:xfrm>
            <a:off x="5791200" y="4114800"/>
            <a:ext cx="1905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48" name="화살표: 오른쪽 47">
            <a:extLst>
              <a:ext uri="{FF2B5EF4-FFF2-40B4-BE49-F238E27FC236}">
                <a16:creationId xmlns:a16="http://schemas.microsoft.com/office/drawing/2014/main" id="{2EA80D22-E075-465A-B643-83231D59DDF0}"/>
              </a:ext>
            </a:extLst>
          </p:cNvPr>
          <p:cNvSpPr>
            <a:spLocks noGrp="1"/>
          </p:cNvSpPr>
          <p:nvPr/>
        </p:nvSpPr>
        <p:spPr>
          <a:xfrm>
            <a:off x="7524750" y="4114800"/>
            <a:ext cx="190500" cy="123825"/>
          </a:xfrm>
          <a:prstGeom prst="rightArrow">
            <a:avLst/>
          </a:prstGeom>
          <a:solidFill>
            <a:srgbClr val="5B7470"/>
          </a:solidFill>
          <a:ln w="0">
            <a:solidFill>
              <a:srgbClr val="5B7470"/>
            </a:solidFill>
            <a:prstDash val="solid"/>
          </a:ln>
        </p:spPr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58046045-BC34-4BF6-BFB2-67AE759FED35}"/>
              </a:ext>
            </a:extLst>
          </p:cNvPr>
          <p:cNvSpPr>
            <a:spLocks noGrp="1"/>
          </p:cNvSpPr>
          <p:nvPr/>
        </p:nvSpPr>
        <p:spPr>
          <a:xfrm>
            <a:off x="4343400" y="4057650"/>
            <a:ext cx="247650" cy="247650"/>
          </a:xfrm>
          <a:prstGeom prst="ellipse">
            <a:avLst/>
          </a:prstGeom>
          <a:solidFill>
            <a:srgbClr val="5B7470"/>
          </a:solidFill>
          <a:ln w="0">
            <a:noFill/>
            <a:prstDash val="solid"/>
          </a:ln>
        </p:spPr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DEB1FEAA-516F-40E3-A108-57E6BA70C2E9}"/>
              </a:ext>
            </a:extLst>
          </p:cNvPr>
          <p:cNvSpPr>
            <a:spLocks noGrp="1"/>
          </p:cNvSpPr>
          <p:nvPr/>
        </p:nvSpPr>
        <p:spPr>
          <a:xfrm>
            <a:off x="4343400" y="4057650"/>
            <a:ext cx="247650" cy="247650"/>
          </a:xfrm>
          <a:prstGeom prst="roundRect">
            <a:avLst>
              <a:gd name="adj" fmla="val 30769"/>
            </a:avLst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3130EBBC-B116-48A3-AA49-309BB277D498}"/>
              </a:ext>
            </a:extLst>
          </p:cNvPr>
          <p:cNvSpPr>
            <a:spLocks noGrp="1"/>
          </p:cNvSpPr>
          <p:nvPr/>
        </p:nvSpPr>
        <p:spPr>
          <a:xfrm>
            <a:off x="4705350" y="3905250"/>
            <a:ext cx="1066800" cy="552450"/>
          </a:xfrm>
          <a:prstGeom prst="roundRect">
            <a:avLst>
              <a:gd name="adj" fmla="val 13793"/>
            </a:avLst>
          </a:prstGeom>
          <a:solidFill>
            <a:srgbClr val="267A73"/>
          </a:solidFill>
          <a:ln w="9525">
            <a:solidFill>
              <a:srgbClr val="267A73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완료 / 닫기</a:t>
            </a: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EDB52A1E-09E2-49FA-BBE0-58BEF7C2CB36}"/>
              </a:ext>
            </a:extLst>
          </p:cNvPr>
          <p:cNvSpPr>
            <a:spLocks noGrp="1"/>
          </p:cNvSpPr>
          <p:nvPr/>
        </p:nvSpPr>
        <p:spPr>
          <a:xfrm>
            <a:off x="6038850" y="3905250"/>
            <a:ext cx="14668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결과·품질을 DB와 홈 카드에 저장</a:t>
            </a: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CE064A57-0A04-400C-9A3F-848DF7AD02A6}"/>
              </a:ext>
            </a:extLst>
          </p:cNvPr>
          <p:cNvSpPr>
            <a:spLocks noGrp="1"/>
          </p:cNvSpPr>
          <p:nvPr/>
        </p:nvSpPr>
        <p:spPr>
          <a:xfrm>
            <a:off x="7772400" y="3905250"/>
            <a:ext cx="1047750" cy="552450"/>
          </a:xfrm>
          <a:prstGeom prst="roundRect">
            <a:avLst>
              <a:gd name="adj" fmla="val 13793"/>
            </a:avLst>
          </a:prstGeom>
          <a:solidFill>
            <a:srgbClr val="F2F8F7"/>
          </a:solidFill>
          <a:ln w="9525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NT-04 /</a:t>
            </a:r>
          </a:p>
          <a:p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NT-08</a:t>
            </a:r>
          </a:p>
        </p:txBody>
      </p:sp>
    </p:spTree>
    <p:extLst>
      <p:ext uri="{BB962C8B-B14F-4D97-AF65-F5344CB8AC3E}">
        <p14:creationId xmlns:p14="http://schemas.microsoft.com/office/powerpoint/2010/main" val="23854765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F0A005E4-FE64-4250-B46D-6318A5D990E7}"/>
              </a:ext>
            </a:extLst>
          </p:cNvPr>
          <p:cNvSpPr>
            <a:spLocks noGrp="1"/>
          </p:cNvSpPr>
          <p:nvPr/>
        </p:nvSpPr>
        <p:spPr>
          <a:xfrm>
            <a:off x="8641080" y="484632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5CA6E6-A1C8-430A-8E7F-44A94A0FE508}"/>
              </a:ext>
            </a:extLst>
          </p:cNvPr>
          <p:cNvSpPr txBox="1"/>
          <p:nvPr/>
        </p:nvSpPr>
        <p:spPr>
          <a:xfrm>
            <a:off x="2476714" y="2248584"/>
            <a:ext cx="41905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/>
              <a:t>실제 구현 테스트 앱</a:t>
            </a:r>
          </a:p>
        </p:txBody>
      </p:sp>
    </p:spTree>
    <p:extLst>
      <p:ext uri="{BB962C8B-B14F-4D97-AF65-F5344CB8AC3E}">
        <p14:creationId xmlns:p14="http://schemas.microsoft.com/office/powerpoint/2010/main" val="12265151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E01DC0F-DB2A-4026-AB02-D68110568DF7}"/>
              </a:ext>
            </a:extLst>
          </p:cNvPr>
          <p:cNvSpPr>
            <a:spLocks noGrp="1"/>
          </p:cNvSpPr>
          <p:nvPr/>
        </p:nvSpPr>
        <p:spPr>
          <a:xfrm>
            <a:off x="0" y="18288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시작 — 안내 · 가입 · 동의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BDD46B6-FD02-4808-85D5-756227C9A227}"/>
              </a:ext>
            </a:extLst>
          </p:cNvPr>
          <p:cNvSpPr>
            <a:spLocks noGrp="1"/>
          </p:cNvSpPr>
          <p:nvPr/>
        </p:nvSpPr>
        <p:spPr>
          <a:xfrm>
            <a:off x="0" y="621792"/>
            <a:ext cx="9144000" cy="32004"/>
          </a:xfrm>
          <a:prstGeom prst="rect">
            <a:avLst/>
          </a:prstGeom>
          <a:solidFill>
            <a:srgbClr val="267A73"/>
          </a:solidFill>
          <a:ln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CADBBFE-2C6D-4368-A9BC-CA77524E0BFE}"/>
              </a:ext>
            </a:extLst>
          </p:cNvPr>
          <p:cNvSpPr>
            <a:spLocks noGrp="1"/>
          </p:cNvSpPr>
          <p:nvPr/>
        </p:nvSpPr>
        <p:spPr>
          <a:xfrm>
            <a:off x="8641080" y="484632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7A9A1EA-2D07-4918-B0B5-2CDB4C176A42}"/>
              </a:ext>
            </a:extLst>
          </p:cNvPr>
          <p:cNvSpPr>
            <a:spLocks noGrp="1"/>
          </p:cNvSpPr>
          <p:nvPr/>
        </p:nvSpPr>
        <p:spPr>
          <a:xfrm>
            <a:off x="1133475" y="819150"/>
            <a:ext cx="1499616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NT-01 · 제품 안내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F441844-98CB-41CA-A26C-A446B970E7F5}"/>
              </a:ext>
            </a:extLst>
          </p:cNvPr>
          <p:cNvSpPr>
            <a:spLocks noGrp="1"/>
          </p:cNvSpPr>
          <p:nvPr/>
        </p:nvSpPr>
        <p:spPr>
          <a:xfrm>
            <a:off x="5305424" y="818007"/>
            <a:ext cx="1499616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NT-02 · 가입 · 로그인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3950265E-7018-4FDC-AB10-FAEB31502EF3}"/>
              </a:ext>
            </a:extLst>
          </p:cNvPr>
          <p:cNvSpPr>
            <a:spLocks noGrp="1"/>
          </p:cNvSpPr>
          <p:nvPr/>
        </p:nvSpPr>
        <p:spPr>
          <a:xfrm>
            <a:off x="5305424" y="990600"/>
            <a:ext cx="1499616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 dirty="0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NT-03 · </a:t>
            </a:r>
            <a:r>
              <a:rPr sz="788" b="1" dirty="0" err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동의</a:t>
            </a:r>
            <a:r>
              <a:rPr sz="788" b="1" dirty="0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788" b="1" dirty="0" err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권한</a:t>
            </a:r>
            <a:endParaRPr sz="788" b="1" dirty="0">
              <a:solidFill>
                <a:srgbClr val="267A73"/>
              </a:solidFill>
              <a:latin typeface="Malgun Gothic"/>
              <a:ea typeface="Malgun Gothic"/>
              <a:cs typeface="Malgun Gothic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FEC7E48E-3236-484C-84DA-753E881B4059}"/>
              </a:ext>
            </a:extLst>
          </p:cNvPr>
          <p:cNvGrpSpPr/>
          <p:nvPr/>
        </p:nvGrpSpPr>
        <p:grpSpPr>
          <a:xfrm>
            <a:off x="4167831" y="1270253"/>
            <a:ext cx="3729156" cy="3536824"/>
            <a:chOff x="4167831" y="1270253"/>
            <a:chExt cx="3729156" cy="3536824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BAA80C20-3389-4B47-8AA2-6FA902511AC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766"/>
            <a:stretch/>
          </p:blipFill>
          <p:spPr>
            <a:xfrm>
              <a:off x="4167831" y="1270253"/>
              <a:ext cx="1732261" cy="3536824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78E9182F-33F8-419B-A8C7-AAEA1F97C6C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920"/>
            <a:stretch/>
          </p:blipFill>
          <p:spPr>
            <a:xfrm>
              <a:off x="6161913" y="1270253"/>
              <a:ext cx="1735074" cy="3536824"/>
            </a:xfrm>
            <a:prstGeom prst="rect">
              <a:avLst/>
            </a:prstGeom>
          </p:spPr>
        </p:pic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7877763B-71BC-4253-BE4B-B92CC77B916C}"/>
              </a:ext>
            </a:extLst>
          </p:cNvPr>
          <p:cNvSpPr txBox="1"/>
          <p:nvPr/>
        </p:nvSpPr>
        <p:spPr>
          <a:xfrm>
            <a:off x="1404938" y="214788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미구현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835093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FE68876-297C-4827-AE67-5351AA911524}"/>
              </a:ext>
            </a:extLst>
          </p:cNvPr>
          <p:cNvSpPr>
            <a:spLocks noGrp="1"/>
          </p:cNvSpPr>
          <p:nvPr/>
        </p:nvSpPr>
        <p:spPr>
          <a:xfrm>
            <a:off x="0" y="18288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홈 — 프로필 · 갈망 상태 · Watch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751C7DC-8341-470D-AC6F-89C3A737D83B}"/>
              </a:ext>
            </a:extLst>
          </p:cNvPr>
          <p:cNvSpPr>
            <a:spLocks noGrp="1"/>
          </p:cNvSpPr>
          <p:nvPr/>
        </p:nvSpPr>
        <p:spPr>
          <a:xfrm>
            <a:off x="0" y="621792"/>
            <a:ext cx="9144000" cy="32004"/>
          </a:xfrm>
          <a:prstGeom prst="rect">
            <a:avLst/>
          </a:prstGeom>
          <a:solidFill>
            <a:srgbClr val="267A73"/>
          </a:solidFill>
          <a:ln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65749C8-CBD1-4D39-BEDA-17838E21681A}"/>
              </a:ext>
            </a:extLst>
          </p:cNvPr>
          <p:cNvSpPr>
            <a:spLocks noGrp="1"/>
          </p:cNvSpPr>
          <p:nvPr/>
        </p:nvSpPr>
        <p:spPr>
          <a:xfrm>
            <a:off x="8641080" y="484632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DD865C4-9D0B-431C-A161-CBE74E3A0CC6}"/>
              </a:ext>
            </a:extLst>
          </p:cNvPr>
          <p:cNvSpPr>
            <a:spLocks noGrp="1"/>
          </p:cNvSpPr>
          <p:nvPr/>
        </p:nvSpPr>
        <p:spPr>
          <a:xfrm>
            <a:off x="4000500" y="837057"/>
            <a:ext cx="1143000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 dirty="0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NT-04 · 홈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28F2AADC-8BD4-4717-958D-F4C4868B450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59"/>
          <a:stretch/>
        </p:blipFill>
        <p:spPr>
          <a:xfrm>
            <a:off x="2389675" y="1101280"/>
            <a:ext cx="1903069" cy="3910584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37960457-36D4-4D7D-BB6D-581FB612A0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59"/>
          <a:stretch/>
        </p:blipFill>
        <p:spPr>
          <a:xfrm>
            <a:off x="4820748" y="1101280"/>
            <a:ext cx="1903069" cy="3910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9352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7BDCC56-BC50-4F2F-9CF6-9D7DC6DB6A66}"/>
              </a:ext>
            </a:extLst>
          </p:cNvPr>
          <p:cNvSpPr>
            <a:spLocks noGrp="1"/>
          </p:cNvSpPr>
          <p:nvPr/>
        </p:nvSpPr>
        <p:spPr>
          <a:xfrm>
            <a:off x="0" y="18288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알림 — AUQ 또는 바로 대화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3EDB5A8-8F4F-4A94-8C3D-9840CA53B28D}"/>
              </a:ext>
            </a:extLst>
          </p:cNvPr>
          <p:cNvSpPr>
            <a:spLocks noGrp="1"/>
          </p:cNvSpPr>
          <p:nvPr/>
        </p:nvSpPr>
        <p:spPr>
          <a:xfrm>
            <a:off x="0" y="621792"/>
            <a:ext cx="9144000" cy="32004"/>
          </a:xfrm>
          <a:prstGeom prst="rect">
            <a:avLst/>
          </a:prstGeom>
          <a:solidFill>
            <a:srgbClr val="267A73"/>
          </a:solidFill>
          <a:ln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27635AC-A52A-4924-A67F-A32A6FD03297}"/>
              </a:ext>
            </a:extLst>
          </p:cNvPr>
          <p:cNvSpPr>
            <a:spLocks noGrp="1"/>
          </p:cNvSpPr>
          <p:nvPr/>
        </p:nvSpPr>
        <p:spPr>
          <a:xfrm>
            <a:off x="8641080" y="484632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F61FC78-C7B1-42C3-ADE5-83DCA6D60CCC}"/>
              </a:ext>
            </a:extLst>
          </p:cNvPr>
          <p:cNvSpPr>
            <a:spLocks noGrp="1"/>
          </p:cNvSpPr>
          <p:nvPr/>
        </p:nvSpPr>
        <p:spPr>
          <a:xfrm>
            <a:off x="1664657" y="836295"/>
            <a:ext cx="1428750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NT-06 · AUQ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FE4AEF14-72EB-4128-A361-429ED848066D}"/>
              </a:ext>
            </a:extLst>
          </p:cNvPr>
          <p:cNvSpPr>
            <a:spLocks noGrp="1"/>
          </p:cNvSpPr>
          <p:nvPr/>
        </p:nvSpPr>
        <p:spPr>
          <a:xfrm>
            <a:off x="5000625" y="836295"/>
            <a:ext cx="1428750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NT-07 · AI 챗봇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91F2922-8B01-48D7-9140-7F6D31F591E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93"/>
          <a:stretch/>
        </p:blipFill>
        <p:spPr>
          <a:xfrm>
            <a:off x="1466195" y="1063561"/>
            <a:ext cx="1825675" cy="3754184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5F8C9A93-CD07-431B-83BC-5DAE0E46D39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93"/>
          <a:stretch/>
        </p:blipFill>
        <p:spPr>
          <a:xfrm>
            <a:off x="3659162" y="1063561"/>
            <a:ext cx="1825675" cy="3754184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E5C02410-C49D-4BC2-A6F1-07FB4010CA5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93"/>
          <a:stretch/>
        </p:blipFill>
        <p:spPr>
          <a:xfrm>
            <a:off x="5918687" y="1063561"/>
            <a:ext cx="1825675" cy="3754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1569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38673E2-D046-4E56-988A-82047F9E49A8}"/>
              </a:ext>
            </a:extLst>
          </p:cNvPr>
          <p:cNvSpPr>
            <a:spLocks noGrp="1"/>
          </p:cNvSpPr>
          <p:nvPr/>
        </p:nvSpPr>
        <p:spPr>
          <a:xfrm>
            <a:off x="0" y="18288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대시보드 — 갈망 단계 · 이벤트 · AUQ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040A6F7-E9B4-443E-A585-DC8667FBAB4A}"/>
              </a:ext>
            </a:extLst>
          </p:cNvPr>
          <p:cNvSpPr>
            <a:spLocks noGrp="1"/>
          </p:cNvSpPr>
          <p:nvPr/>
        </p:nvSpPr>
        <p:spPr>
          <a:xfrm>
            <a:off x="0" y="621792"/>
            <a:ext cx="9144000" cy="32004"/>
          </a:xfrm>
          <a:prstGeom prst="rect">
            <a:avLst/>
          </a:prstGeom>
          <a:solidFill>
            <a:srgbClr val="267A73"/>
          </a:solidFill>
          <a:ln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1C351BC-EC17-4D3F-BEEC-12ECE864262F}"/>
              </a:ext>
            </a:extLst>
          </p:cNvPr>
          <p:cNvSpPr>
            <a:spLocks noGrp="1"/>
          </p:cNvSpPr>
          <p:nvPr/>
        </p:nvSpPr>
        <p:spPr>
          <a:xfrm>
            <a:off x="8641080" y="484632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8841304-95C8-437D-AF2B-AC1D13332F10}"/>
              </a:ext>
            </a:extLst>
          </p:cNvPr>
          <p:cNvSpPr>
            <a:spLocks noGrp="1"/>
          </p:cNvSpPr>
          <p:nvPr/>
        </p:nvSpPr>
        <p:spPr>
          <a:xfrm>
            <a:off x="3790950" y="717042"/>
            <a:ext cx="1562100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 dirty="0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NT-08 · </a:t>
            </a:r>
            <a:r>
              <a:rPr sz="788" b="1" dirty="0" err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대시보드</a:t>
            </a:r>
            <a:endParaRPr sz="788" b="1" dirty="0">
              <a:solidFill>
                <a:srgbClr val="267A73"/>
              </a:solidFill>
              <a:latin typeface="Malgun Gothic"/>
              <a:ea typeface="Malgun Gothic"/>
              <a:cs typeface="Malgun Gothic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2847BA8-E4A4-46F3-903D-79CC040E97F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71"/>
          <a:stretch/>
        </p:blipFill>
        <p:spPr>
          <a:xfrm>
            <a:off x="4814933" y="1038225"/>
            <a:ext cx="1830382" cy="3752849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ADECA571-BFCD-458B-ABC0-83F4F0C1B7E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71"/>
          <a:stretch/>
        </p:blipFill>
        <p:spPr>
          <a:xfrm>
            <a:off x="2555104" y="1038225"/>
            <a:ext cx="1830383" cy="3752850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D6C5F859-B4CD-4B78-B145-CBB3C24A123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71"/>
          <a:stretch/>
        </p:blipFill>
        <p:spPr>
          <a:xfrm>
            <a:off x="295275" y="1038225"/>
            <a:ext cx="1830383" cy="3752850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19BB2B68-6A44-4812-A2BB-89BD34F23C1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71"/>
          <a:stretch/>
        </p:blipFill>
        <p:spPr>
          <a:xfrm>
            <a:off x="7074760" y="1038225"/>
            <a:ext cx="1830383" cy="375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1546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FE68876-297C-4827-AE67-5351AA911524}"/>
              </a:ext>
            </a:extLst>
          </p:cNvPr>
          <p:cNvSpPr>
            <a:spLocks noGrp="1"/>
          </p:cNvSpPr>
          <p:nvPr/>
        </p:nvSpPr>
        <p:spPr>
          <a:xfrm>
            <a:off x="0" y="18288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얼굴 측정 — 20초 rPPG 시나리오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751C7DC-8341-470D-AC6F-89C3A737D83B}"/>
              </a:ext>
            </a:extLst>
          </p:cNvPr>
          <p:cNvSpPr>
            <a:spLocks noGrp="1"/>
          </p:cNvSpPr>
          <p:nvPr/>
        </p:nvSpPr>
        <p:spPr>
          <a:xfrm>
            <a:off x="0" y="621792"/>
            <a:ext cx="9144000" cy="32004"/>
          </a:xfrm>
          <a:prstGeom prst="rect">
            <a:avLst/>
          </a:prstGeom>
          <a:solidFill>
            <a:srgbClr val="267A73"/>
          </a:solidFill>
          <a:ln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65749C8-CBD1-4D39-BEDA-17838E21681A}"/>
              </a:ext>
            </a:extLst>
          </p:cNvPr>
          <p:cNvSpPr>
            <a:spLocks noGrp="1"/>
          </p:cNvSpPr>
          <p:nvPr/>
        </p:nvSpPr>
        <p:spPr>
          <a:xfrm>
            <a:off x="8641080" y="484632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DD865C4-9D0B-431C-A161-CBE74E3A0CC6}"/>
              </a:ext>
            </a:extLst>
          </p:cNvPr>
          <p:cNvSpPr>
            <a:spLocks noGrp="1"/>
          </p:cNvSpPr>
          <p:nvPr/>
        </p:nvSpPr>
        <p:spPr>
          <a:xfrm>
            <a:off x="4000500" y="836485"/>
            <a:ext cx="1143000" cy="171450"/>
          </a:xfrm>
          <a:prstGeom prst="roundRect">
            <a:avLst>
              <a:gd name="adj" fmla="val 44444"/>
            </a:avLst>
          </a:prstGeom>
          <a:solidFill>
            <a:srgbClr val="F2F8F7"/>
          </a:solidFill>
          <a:ln w="7620">
            <a:solidFill>
              <a:srgbClr val="C7DED9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NT-04R · rPPG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C274416-3FF6-4021-A66E-3D082AB6B99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78"/>
          <a:stretch/>
        </p:blipFill>
        <p:spPr>
          <a:xfrm>
            <a:off x="7239571" y="1011365"/>
            <a:ext cx="1826273" cy="3748087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93E4821E-A555-4874-8D87-E0CEFECAAF6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78"/>
          <a:stretch/>
        </p:blipFill>
        <p:spPr>
          <a:xfrm>
            <a:off x="4851780" y="1011365"/>
            <a:ext cx="1826273" cy="3748087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2418E6AF-CBBD-434D-9C38-0C2A0882233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78"/>
          <a:stretch/>
        </p:blipFill>
        <p:spPr>
          <a:xfrm>
            <a:off x="2463990" y="1011365"/>
            <a:ext cx="1826273" cy="3748087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E3C76A6C-EFFE-4CFA-8CBC-3495B9B4A25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78"/>
          <a:stretch/>
        </p:blipFill>
        <p:spPr>
          <a:xfrm>
            <a:off x="76200" y="1011366"/>
            <a:ext cx="1826273" cy="3748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768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1119</Words>
  <Application>Microsoft Office PowerPoint</Application>
  <DocSecurity>0</DocSecurity>
  <PresentationFormat>화면 슬라이드 쇼(16:9)</PresentationFormat>
  <Paragraphs>262</Paragraphs>
  <Slides>17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1" baseType="lpstr"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이준영</cp:lastModifiedBy>
  <cp:revision>4</cp:revision>
  <dcterms:created xsi:type="dcterms:W3CDTF">2026-07-18T05:13:15Z</dcterms:created>
  <dcterms:modified xsi:type="dcterms:W3CDTF">2026-07-18T07:38:49Z</dcterms:modified>
</cp:coreProperties>
</file>