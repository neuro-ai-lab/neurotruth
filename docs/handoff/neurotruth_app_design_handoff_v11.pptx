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2d5b41b0e841a8" /><Relationship Type="http://schemas.openxmlformats.org/officeDocument/2006/relationships/extended-properties" Target="/docProps/app.xml" Id="R1f577044c1fb460c" /><Relationship Type="http://schemas.openxmlformats.org/officeDocument/2006/relationships/officeDocument" Target="/ppt/presentation.xml" Id="R934f461b0eb441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f8811534c4f94"/>
  </p:sldMasterIdLst>
  <p:notesMasterIdLst>
    <p:notesMasterId xmlns:r="http://schemas.openxmlformats.org/officeDocument/2006/relationships" r:id="Rbe4f99e518b748e5"/>
  </p:notesMasterIdLst>
  <p:sldIdLst>
    <p:sldId xmlns:r="http://schemas.openxmlformats.org/officeDocument/2006/relationships" id="256" r:id="R818a6ca5d2644cd9"/>
    <p:sldId xmlns:r="http://schemas.openxmlformats.org/officeDocument/2006/relationships" id="257" r:id="R26ac1c2fd6274f10"/>
    <p:sldId xmlns:r="http://schemas.openxmlformats.org/officeDocument/2006/relationships" id="258" r:id="R8a877d8f55d447a3"/>
    <p:sldId xmlns:r="http://schemas.openxmlformats.org/officeDocument/2006/relationships" id="259" r:id="Refd0abec741c4e2a"/>
    <p:sldId xmlns:r="http://schemas.openxmlformats.org/officeDocument/2006/relationships" id="260" r:id="Rc2f73da4a6b44746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67ddf816364403" /><Relationship Type="http://schemas.openxmlformats.org/officeDocument/2006/relationships/slideMaster" Target="/ppt/slideMasters/slideMaster1.xml" Id="R3e7f8811534c4f94" /><Relationship Type="http://schemas.openxmlformats.org/officeDocument/2006/relationships/notesMaster" Target="/ppt/notesMasters/notesMaster1.xml" Id="Rbe4f99e518b748e5" /><Relationship Type="http://schemas.openxmlformats.org/officeDocument/2006/relationships/presProps" Target="/ppt/presProps.xml" Id="Rc44d3b360f71452f" /><Relationship Type="http://schemas.openxmlformats.org/officeDocument/2006/relationships/viewProps" Target="/ppt/viewProps.xml" Id="R166f2c30bbed4e98" /><Relationship Type="http://schemas.openxmlformats.org/officeDocument/2006/relationships/tableStyles" Target="/ppt/tableStyles.xml" Id="Rf889cce700e94f22" /><Relationship Type="http://schemas.openxmlformats.org/officeDocument/2006/relationships/slide" Target="/ppt/slides/slide1.xml" Id="R818a6ca5d2644cd9" /><Relationship Type="http://schemas.openxmlformats.org/officeDocument/2006/relationships/slide" Target="/ppt/slides/slide2.xml" Id="R26ac1c2fd6274f10" /><Relationship Type="http://schemas.openxmlformats.org/officeDocument/2006/relationships/slide" Target="/ppt/slides/slide3.xml" Id="R8a877d8f55d447a3" /><Relationship Type="http://schemas.openxmlformats.org/officeDocument/2006/relationships/slide" Target="/ppt/slides/slide4.xml" Id="Refd0abec741c4e2a" /><Relationship Type="http://schemas.openxmlformats.org/officeDocument/2006/relationships/slide" Target="/ppt/slides/slide5.xml" Id="Rc2f73da4a6b447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9d40b5c43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1224424ed143c1" /><Relationship Type="http://schemas.openxmlformats.org/officeDocument/2006/relationships/notesMaster" Target="/ppt/notesMasters/notesMaster1.xml" Id="R159f3b8b7eec4b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4d80018e8c4cc5" /><Relationship Type="http://schemas.openxmlformats.org/officeDocument/2006/relationships/notesMaster" Target="/ppt/notesMasters/notesMaster1.xml" Id="R252524815d95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df558806b64536" /><Relationship Type="http://schemas.openxmlformats.org/officeDocument/2006/relationships/notesMaster" Target="/ppt/notesMasters/notesMaster1.xml" Id="Rd05c8e41149c4e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5a22ee03294839" /><Relationship Type="http://schemas.openxmlformats.org/officeDocument/2006/relationships/notesMaster" Target="/ppt/notesMasters/notesMaster1.xml" Id="Rdb7f6bccc12b4b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73a2b533b84e1e" /><Relationship Type="http://schemas.openxmlformats.org/officeDocument/2006/relationships/notesMaster" Target="/ppt/notesMasters/notesMaster1.xml" Id="R93a487763bc8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9bcd81121446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8a7f5d7714b27" /><Relationship Type="http://schemas.openxmlformats.org/officeDocument/2006/relationships/slideLayout" Target="/ppt/slideLayouts/slideLayout1.xml" Id="R48a59e6a9a0a4f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a59e6a9a0a4f4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b4b2235804938" /><Relationship Type="http://schemas.openxmlformats.org/officeDocument/2006/relationships/image" Target="/ppt/media/image.png" Id="R2bde39edfd634cb9" /><Relationship Type="http://schemas.openxmlformats.org/officeDocument/2006/relationships/image" Target="/ppt/media/image2.png" Id="R218bc1cae77b4cc0" /><Relationship Type="http://schemas.openxmlformats.org/officeDocument/2006/relationships/image" Target="/ppt/media/image3.png" Id="Rf6a76420892b4219" /><Relationship Type="http://schemas.openxmlformats.org/officeDocument/2006/relationships/notesSlide" Target="/ppt/notesSlides/notesSlide1.xml" Id="R663e6160ed1d47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4747dbf144857" /><Relationship Type="http://schemas.openxmlformats.org/officeDocument/2006/relationships/image" Target="/ppt/media/image4.png" Id="R565381f884974076" /><Relationship Type="http://schemas.openxmlformats.org/officeDocument/2006/relationships/notesSlide" Target="/ppt/notesSlides/notesSlide2.xml" Id="Rd47f6ff248cf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d879f122f4f00" /><Relationship Type="http://schemas.openxmlformats.org/officeDocument/2006/relationships/image" Target="/ppt/media/image5.png" Id="Re553b8b9c37f4dda" /><Relationship Type="http://schemas.openxmlformats.org/officeDocument/2006/relationships/image" Target="/ppt/media/image6.png" Id="Raa2903f8bd374a0d" /><Relationship Type="http://schemas.openxmlformats.org/officeDocument/2006/relationships/image" Target="/ppt/media/image7.png" Id="R65c71e60d2544295" /><Relationship Type="http://schemas.openxmlformats.org/officeDocument/2006/relationships/notesSlide" Target="/ppt/notesSlides/notesSlide3.xml" Id="R70df69c0cfde40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1439d5194409a" /><Relationship Type="http://schemas.openxmlformats.org/officeDocument/2006/relationships/image" Target="/ppt/media/image8.png" Id="Rf53e586583bb4be7" /><Relationship Type="http://schemas.openxmlformats.org/officeDocument/2006/relationships/image" Target="/ppt/media/image9.png" Id="R17da59a54371431a" /><Relationship Type="http://schemas.openxmlformats.org/officeDocument/2006/relationships/notesSlide" Target="/ppt/notesSlides/notesSlide4.xml" Id="Rcd483aedf33e4a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5e8315d5c4b45" /><Relationship Type="http://schemas.openxmlformats.org/officeDocument/2006/relationships/image" Target="/ppt/media/image10.png" Id="R184517f1524746ac" /><Relationship Type="http://schemas.openxmlformats.org/officeDocument/2006/relationships/image" Target="/ppt/media/image11.png" Id="R304b02356c104507" /><Relationship Type="http://schemas.openxmlformats.org/officeDocument/2006/relationships/notesSlide" Target="/ppt/notesSlides/notesSlide5.xml" Id="Rf85876c0b8db4a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32" name="그림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e39edfd634cb9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3" name="그림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bc1cae77b4cc0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455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6420892b4219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001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954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 대상과 한계를 먼저 설명한 뒤 환자가 직접 가입합니다. 인증 전에는 하단 탭을 표시하지 않습니다.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권한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 선택 동의로 관리하고, 실제 기능을 처음 열 때 마이크·카메라 권한을 요청합니다. 저장 후 홈으로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프로필 · 갈망 상태 · Watch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pic>
        <p:nvPicPr>
          <p:cNvPr id="28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381f884974076"/>
          <a:srcRect xmlns:a="http://schemas.openxmlformats.org/drawingml/2006/main" l="14" t="0" r="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104900"/>
            <a:ext cx="1752600" cy="389572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14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143000"/>
            <a:ext cx="575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타원 9">
            <a:extLst xmlns:a="http://schemas.openxmlformats.org/drawingml/2006/main"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763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382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00200"/>
            <a:ext cx="54483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요약을 첫 카드로 보여 줍니다. 계정·동의·권한은 우측 상단 설정에서 엽니다.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2472"/>
            <a:ext cx="5915977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타원 14">
            <a:extLst xmlns:a="http://schemas.openxmlformats.org/drawingml/2006/main"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 · 얼굴 측정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정확한 퍼센트 대신 4단계 문구를 표시합니다. 조건 충족 시 갈망 카드에 ‘얼굴로 측정’ 버튼을 함께 둡니다.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43300"/>
            <a:ext cx="575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타원 19">
            <a:extLst xmlns:a="http://schemas.openxmlformats.org/drawingml/2006/main"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 20초 수집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00500"/>
            <a:ext cx="54483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연결 상태와 20초 수집 진행을 표시합니다. 첫 20초 이후에는 최신 20초 창을 10초마다 분석합니다.</a:t>
            </a:r>
          </a:p>
        </p:txBody>
      </p:sp>
    </p:spTree>
    <p:extLst>
      <p:ext uri="{BB962C8B-B14F-4D97-AF65-F5344CB8AC3E}">
        <p14:creationId xmlns:p14="http://schemas.microsoft.com/office/powerpoint/2010/main" val="672879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960C21C-4C66-4EDE-8DBD-ECAF23CF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428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90600"/>
            <a:ext cx="1428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90600"/>
            <a:ext cx="1428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37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3b8b9c37f4dda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1200150"/>
            <a:ext cx="1428750" cy="3174968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8" name="그림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903f8bd374a0d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8350" y="1200150"/>
            <a:ext cx="1428750" cy="3174968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9" name="그림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71e60d2544295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200150"/>
            <a:ext cx="1428750" cy="3174968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EF0A7FDB-54A7-4A67-BBB3-6CCA0BCD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00150"/>
            <a:ext cx="331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052FC983-F715-4EEF-9F5E-AE6AED9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DA57369C-7B38-4C56-9350-83873CB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60944AE5-FA55-4454-BA8F-E0FBC89A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9540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BDDEC3A-0E2F-4578-922E-52FB1E1E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30099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대화하기와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나중에를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두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선택으로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제공합니다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5023C45-3E3E-4BD5-BA16-3EFF6383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24100"/>
            <a:ext cx="331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D6253928-0022-4B21-8A39-97DC5B3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A3B8BB9A-F3CE-4269-8868-428D8C11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1704EB93-DAB9-45AB-8201-1616868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5E4FB05-B622-4A99-987A-C187A09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81300"/>
            <a:ext cx="30099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8문항을 문장형 7단계로 답하거나 건너뜁니다. 총점은 8~56으로 기록하고 대화를 막지 않습니다.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8A443055-E243-4AE2-A3C4-B9901F5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331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타원 23">
            <a:extLst xmlns:a="http://schemas.openxmlformats.org/drawingml/2006/main">
              <a:ext uri="{FF2B5EF4-FFF2-40B4-BE49-F238E27FC236}">
                <a16:creationId xmlns:a16="http://schemas.microsoft.com/office/drawing/2014/main" id="{5256FEC1-265D-457E-874C-E72FE31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0AA87838-B029-4861-9382-81661E9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DCBC1334-72D4-4B08-8148-9A1E069E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21883732-6D3B-4F40-A0C9-26EF31A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30099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뒤 별도 중재 선택 없이 챗봇을 엽니다. 사용자가 원하는 도움과 상황을 자유롭게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2032000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텍스트 · STT · TTS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텍스트·음성 입력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응답·TTS</a:t>
            </a:r>
          </a:p>
        </p:txBody>
      </p:sp>
      <p:pic>
        <p:nvPicPr>
          <p:cNvPr id="33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e586583bb4be7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a59a54371431a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00150"/>
            <a:ext cx="4133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타원 11">
            <a:extLst xmlns:a="http://schemas.openxmlformats.org/drawingml/2006/main"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9540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주도 자유대화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38290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AI는 공감과 반영을 우선하고 필요할 때만 질문 하나를 사용합니다. 이미 답했거나 거부한 내용을 반복하지 않습니다.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4133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음성 입력 · 편집 후 전송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382905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마이크로 녹음하면 STT 문장을 입력창에 채웁니다. 사용자가 수정한 뒤 전송하며 자동 전송하지 않습니다.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4133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타원 21">
            <a:extLst xmlns:a="http://schemas.openxmlformats.org/drawingml/2006/main"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듣기 · 재시도 · 종료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38600"/>
            <a:ext cx="382905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텍스트는 항상 표시하고 TTS 듣기·정지를 제공합니다. 실패 응답 재시도와 수동·1시간 미활동 종료를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1035297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"/>
            <a:ext cx="1562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상단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6A993AD9-03AF-4B8A-B459-96D602F9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52500"/>
            <a:ext cx="1562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아래</a:t>
            </a:r>
          </a:p>
        </p:txBody>
      </p:sp>
      <p:pic>
        <p:nvPicPr>
          <p:cNvPr id="34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517f1524746ac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162050"/>
            <a:ext cx="1562100" cy="347129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5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b02356c104507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0750" y="1162050"/>
            <a:ext cx="1562100" cy="347129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15240B4C-73E4-4A05-A2EB-406BDA2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15621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스크롤 · 아래 구간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2348D10B-8422-4016-957E-7D4BBA4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62050"/>
            <a:ext cx="4724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타원 12">
            <a:extLst xmlns:a="http://schemas.openxmlformats.org/drawingml/2006/main">
              <a:ext uri="{FF2B5EF4-FFF2-40B4-BE49-F238E27FC236}">
                <a16:creationId xmlns:a16="http://schemas.microsoft.com/office/drawing/2014/main" id="{AF1FFD8A-693A-425D-A1A3-400ED473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95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6F4491C-AD63-473D-AB3B-AD5ADDF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954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851B0349-D070-4BD2-B2BF-1AD5A9A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57300"/>
            <a:ext cx="40767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단계 중첩 막대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8E4095DF-177D-409B-8D44-B06AAAB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4419600" cy="3429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시간별 한 막대에 낮음·관찰·주의·높음 표본 비율을 중첩합니다. 선택하면 단계 비율과 표본 수를 보여 줍니다.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5E6A0EE-0BBE-4D92-8F72-EEAF4991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4724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타원 17">
            <a:extLst xmlns:a="http://schemas.openxmlformats.org/drawingml/2006/main">
              <a:ext uri="{FF2B5EF4-FFF2-40B4-BE49-F238E27FC236}">
                <a16:creationId xmlns:a16="http://schemas.microsoft.com/office/drawing/2014/main" id="{CD194A8D-59C3-48D5-8EA1-44A98134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0D279F1F-DC5D-43D7-AF06-9B1049D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9CA1A56-0C2D-4DE7-AC36-CFDB5EB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40767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7304B89F-B348-4D2A-8D37-443AC917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44196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알림이 생성된 횟수를 일별 막대로 표시합니다. 데이터 없음과 예측은 있었지만 이벤트 0건인 날을 구분합니다.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2F5BFBAD-718C-4770-974D-BD463EE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4724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CBBE608E-ED7A-4AE7-9EBB-DC84A0A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9ED4F823-7EED-476B-9DE7-7FA165A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4DAA3FE8-00DB-4BA6-989A-5404EA22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40767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기록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2647D7A-60CA-4A1F-8A5C-40EFD623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441960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AUQ는 총점 X/56과 응답 횟수로 표시합니다. 선택한 시간·날짜의 평균과 응답 수를 상세로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19430534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2026-07-18T05:02:18.3790000Z</dcterms:created>
  <dcterms:modified xsi:type="dcterms:W3CDTF">2026-07-18T05:02:18.3790000Z</dcterms:modified>
</coreProperties>
</file>