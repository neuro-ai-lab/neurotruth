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dd7ff4ffa54734" /><Relationship Type="http://schemas.openxmlformats.org/officeDocument/2006/relationships/extended-properties" Target="/docProps/app.xml" Id="R8b99337780ca4183" /><Relationship Type="http://schemas.openxmlformats.org/officeDocument/2006/relationships/officeDocument" Target="/ppt/presentation.xml" Id="Re0fc9648481745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024a38a4f5454d"/>
  </p:sldMasterIdLst>
  <p:notesMasterIdLst>
    <p:notesMasterId xmlns:r="http://schemas.openxmlformats.org/officeDocument/2006/relationships" r:id="Rc808091e5ba24cf2"/>
  </p:notesMasterIdLst>
  <p:sldIdLst>
    <p:sldId xmlns:r="http://schemas.openxmlformats.org/officeDocument/2006/relationships" id="256" r:id="Ra4c75edea03441aa"/>
    <p:sldId xmlns:r="http://schemas.openxmlformats.org/officeDocument/2006/relationships" id="257" r:id="Rb10afceb8e854072"/>
    <p:sldId xmlns:r="http://schemas.openxmlformats.org/officeDocument/2006/relationships" id="258" r:id="R23ff51998f3a4784"/>
    <p:sldId xmlns:r="http://schemas.openxmlformats.org/officeDocument/2006/relationships" id="259" r:id="R869d3d08c8d94e75"/>
    <p:sldId xmlns:r="http://schemas.openxmlformats.org/officeDocument/2006/relationships" id="260" r:id="R5cbd633b6028442f"/>
    <p:sldId xmlns:r="http://schemas.openxmlformats.org/officeDocument/2006/relationships" id="261" r:id="R27c19206a6ff4794"/>
    <p:sldId xmlns:r="http://schemas.openxmlformats.org/officeDocument/2006/relationships" id="262" r:id="R24e56bcbea70424f"/>
    <p:sldId xmlns:r="http://schemas.openxmlformats.org/officeDocument/2006/relationships" id="263" r:id="R6414a68f614e4c23"/>
    <p:sldId xmlns:r="http://schemas.openxmlformats.org/officeDocument/2006/relationships" id="264" r:id="R18ecb046948b488a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a79b12754c4a2a" /><Relationship Type="http://schemas.openxmlformats.org/officeDocument/2006/relationships/slideMaster" Target="/ppt/slideMasters/slideMaster1.xml" Id="R57024a38a4f5454d" /><Relationship Type="http://schemas.openxmlformats.org/officeDocument/2006/relationships/notesMaster" Target="/ppt/notesMasters/notesMaster1.xml" Id="Rc808091e5ba24cf2" /><Relationship Type="http://schemas.openxmlformats.org/officeDocument/2006/relationships/presProps" Target="/ppt/presProps.xml" Id="Re1c9701243304008" /><Relationship Type="http://schemas.openxmlformats.org/officeDocument/2006/relationships/viewProps" Target="/ppt/viewProps.xml" Id="Ra0d2412413e247fb" /><Relationship Type="http://schemas.openxmlformats.org/officeDocument/2006/relationships/tableStyles" Target="/ppt/tableStyles.xml" Id="R55885e66954940ab" /><Relationship Type="http://schemas.openxmlformats.org/officeDocument/2006/relationships/slide" Target="/ppt/slides/slide1.xml" Id="Ra4c75edea03441aa" /><Relationship Type="http://schemas.openxmlformats.org/officeDocument/2006/relationships/slide" Target="/ppt/slides/slide2.xml" Id="Rb10afceb8e854072" /><Relationship Type="http://schemas.openxmlformats.org/officeDocument/2006/relationships/slide" Target="/ppt/slides/slide3.xml" Id="R23ff51998f3a4784" /><Relationship Type="http://schemas.openxmlformats.org/officeDocument/2006/relationships/slide" Target="/ppt/slides/slide4.xml" Id="R869d3d08c8d94e75" /><Relationship Type="http://schemas.openxmlformats.org/officeDocument/2006/relationships/slide" Target="/ppt/slides/slide5.xml" Id="R5cbd633b6028442f" /><Relationship Type="http://schemas.openxmlformats.org/officeDocument/2006/relationships/slide" Target="/ppt/slides/slide6.xml" Id="R27c19206a6ff4794" /><Relationship Type="http://schemas.openxmlformats.org/officeDocument/2006/relationships/slide" Target="/ppt/slides/slide7.xml" Id="R24e56bcbea70424f" /><Relationship Type="http://schemas.openxmlformats.org/officeDocument/2006/relationships/slide" Target="/ppt/slides/slide8.xml" Id="R6414a68f614e4c23" /><Relationship Type="http://schemas.openxmlformats.org/officeDocument/2006/relationships/slide" Target="/ppt/slides/slide9.xml" Id="R18ecb046948b48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d3c8609d1b49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e583393e374b1c" /><Relationship Type="http://schemas.openxmlformats.org/officeDocument/2006/relationships/notesMaster" Target="/ppt/notesMasters/notesMaster1.xml" Id="R68ebf0d5389d44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4443030521491c" /><Relationship Type="http://schemas.openxmlformats.org/officeDocument/2006/relationships/notesMaster" Target="/ppt/notesMasters/notesMaster1.xml" Id="R154defe61d2f41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610eaebb874b38" /><Relationship Type="http://schemas.openxmlformats.org/officeDocument/2006/relationships/notesMaster" Target="/ppt/notesMasters/notesMaster1.xml" Id="R34e566160dc544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eb034f9bd94b07" /><Relationship Type="http://schemas.openxmlformats.org/officeDocument/2006/relationships/notesMaster" Target="/ppt/notesMasters/notesMaster1.xml" Id="Rde9ec5c43cde49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701a432161450f" /><Relationship Type="http://schemas.openxmlformats.org/officeDocument/2006/relationships/notesMaster" Target="/ppt/notesMasters/notesMaster1.xml" Id="R58f9f18fdbb945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820e1d9a544f1c" /><Relationship Type="http://schemas.openxmlformats.org/officeDocument/2006/relationships/notesMaster" Target="/ppt/notesMasters/notesMaster1.xml" Id="Re63769f4ea5649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6534f56ddf416d" /><Relationship Type="http://schemas.openxmlformats.org/officeDocument/2006/relationships/notesMaster" Target="/ppt/notesMasters/notesMaster1.xml" Id="Re23773ed596346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dc57a627c041be" /><Relationship Type="http://schemas.openxmlformats.org/officeDocument/2006/relationships/notesMaster" Target="/ppt/notesMasters/notesMaster1.xml" Id="R1d2ef5fcb30444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7dfcaab1894d42" /><Relationship Type="http://schemas.openxmlformats.org/officeDocument/2006/relationships/notesMaster" Target="/ppt/notesMasters/notesMaster1.xml" Id="R015e94a7595743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88f2164a14ea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523469be154810" /><Relationship Type="http://schemas.openxmlformats.org/officeDocument/2006/relationships/slideLayout" Target="/ppt/slideLayouts/slideLayout1.xml" Id="R7ee0dd1167a2499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e0dd1167a2499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72741749349fd" /><Relationship Type="http://schemas.openxmlformats.org/officeDocument/2006/relationships/notesSlide" Target="/ppt/notesSlides/notesSlide1.xml" Id="R5d6250a6232944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d0ec4112f4ea2" /><Relationship Type="http://schemas.openxmlformats.org/officeDocument/2006/relationships/image" Target="/ppt/media/image.png" Id="R71264f7956a74daa" /><Relationship Type="http://schemas.openxmlformats.org/officeDocument/2006/relationships/image" Target="/ppt/media/image2.png" Id="R13c2c03276284def" /><Relationship Type="http://schemas.openxmlformats.org/officeDocument/2006/relationships/image" Target="/ppt/media/image3.png" Id="Rab4adc3c765748e2" /><Relationship Type="http://schemas.openxmlformats.org/officeDocument/2006/relationships/notesSlide" Target="/ppt/notesSlides/notesSlide2.xml" Id="R54f4c946487045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9a3639c04451d" /><Relationship Type="http://schemas.openxmlformats.org/officeDocument/2006/relationships/notesSlide" Target="/ppt/notesSlides/notesSlide3.xml" Id="Ra76051b0b59f46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3285c0b594af7" /><Relationship Type="http://schemas.openxmlformats.org/officeDocument/2006/relationships/notesSlide" Target="/ppt/notesSlides/notesSlide4.xml" Id="R31e7a809a47a4f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bd1ace46d4857" /><Relationship Type="http://schemas.openxmlformats.org/officeDocument/2006/relationships/image" Target="/ppt/media/image4.png" Id="R91cdbe8dc67d4f35" /><Relationship Type="http://schemas.openxmlformats.org/officeDocument/2006/relationships/image" Target="/ppt/media/image5.png" Id="Rd59bf41d277e4614" /><Relationship Type="http://schemas.openxmlformats.org/officeDocument/2006/relationships/notesSlide" Target="/ppt/notesSlides/notesSlide5.xml" Id="Rb8fef28a7d2144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890c97dc64a6c" /><Relationship Type="http://schemas.openxmlformats.org/officeDocument/2006/relationships/notesSlide" Target="/ppt/notesSlides/notesSlide6.xml" Id="R3deade52e5354a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3a62fe7884895" /><Relationship Type="http://schemas.openxmlformats.org/officeDocument/2006/relationships/image" Target="/ppt/media/image.png" Id="R3323304932a14b85" /><Relationship Type="http://schemas.openxmlformats.org/officeDocument/2006/relationships/image" Target="/ppt/media/image2.png" Id="R6291591ad6e144d6" /><Relationship Type="http://schemas.openxmlformats.org/officeDocument/2006/relationships/image" Target="/ppt/media/image3.png" Id="R63c2e72c60a34a63" /><Relationship Type="http://schemas.openxmlformats.org/officeDocument/2006/relationships/notesSlide" Target="/ppt/notesSlides/notesSlide7.xml" Id="Rb5e478ff140640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be5d18e7845f2" /><Relationship Type="http://schemas.openxmlformats.org/officeDocument/2006/relationships/image" Target="/ppt/media/image6.png" Id="R6bc92bd136784f9b" /><Relationship Type="http://schemas.openxmlformats.org/officeDocument/2006/relationships/image" Target="/ppt/media/image7.png" Id="R9d8c3233e75446fd" /><Relationship Type="http://schemas.openxmlformats.org/officeDocument/2006/relationships/notesSlide" Target="/ppt/notesSlides/notesSlide8.xml" Id="R99cf0067e0384e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3fd23286e40a4" /><Relationship Type="http://schemas.openxmlformats.org/officeDocument/2006/relationships/image" Target="/ppt/media/image4.png" Id="R880f148c172947a8" /><Relationship Type="http://schemas.openxmlformats.org/officeDocument/2006/relationships/image" Target="/ppt/media/image5.png" Id="R980029e1041f467f" /><Relationship Type="http://schemas.openxmlformats.org/officeDocument/2006/relationships/notesSlide" Target="/ppt/notesSlides/notesSlide9.xml" Id="Rfe20dd181d9546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76F9288-9278-45A2-B426-97AE2FDE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NeuroTruth v9 사용자 흐름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2637CE6-A38D-4325-9EEA-9F7B6D0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A19A78-E81E-4D81-8E6A-CCA63F3A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화살표: 오른쪽 5">
            <a:extLst xmlns:a="http://schemas.openxmlformats.org/drawingml/2006/main">
              <a:ext uri="{FF2B5EF4-FFF2-40B4-BE49-F238E27FC236}">
                <a16:creationId xmlns:a16="http://schemas.microsoft.com/office/drawing/2014/main" id="{19CD9CD5-EAEB-4911-B63F-79FA7D53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7" name="화살표: 오른쪽 6">
            <a:extLst xmlns:a="http://schemas.openxmlformats.org/drawingml/2006/main">
              <a:ext uri="{FF2B5EF4-FFF2-40B4-BE49-F238E27FC236}">
                <a16:creationId xmlns:a16="http://schemas.microsoft.com/office/drawing/2014/main" id="{1CD7398B-9179-4ED7-8C07-7B9AF03F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8" name="화살표: 오른쪽 7">
            <a:extLst xmlns:a="http://schemas.openxmlformats.org/drawingml/2006/main">
              <a:ext uri="{FF2B5EF4-FFF2-40B4-BE49-F238E27FC236}">
                <a16:creationId xmlns:a16="http://schemas.microsoft.com/office/drawing/2014/main" id="{ADCC4C19-A8C6-4D1E-8CAA-8E508CBD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9" name="화살표: 아래쪽 8">
            <a:extLst xmlns:a="http://schemas.openxmlformats.org/drawingml/2006/main">
              <a:ext uri="{FF2B5EF4-FFF2-40B4-BE49-F238E27FC236}">
                <a16:creationId xmlns:a16="http://schemas.microsoft.com/office/drawing/2014/main" id="{48A79B49-8608-44A2-9635-0FC28032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123825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0" name="화살표: 왼쪽 9">
            <a:extLst xmlns:a="http://schemas.openxmlformats.org/drawingml/2006/main">
              <a:ext uri="{FF2B5EF4-FFF2-40B4-BE49-F238E27FC236}">
                <a16:creationId xmlns:a16="http://schemas.microsoft.com/office/drawing/2014/main" id="{7D3C4FDA-FB8E-4404-B0C6-1D3CEC8F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1" name="화살표: 왼쪽 10">
            <a:extLst xmlns:a="http://schemas.openxmlformats.org/drawingml/2006/main">
              <a:ext uri="{FF2B5EF4-FFF2-40B4-BE49-F238E27FC236}">
                <a16:creationId xmlns:a16="http://schemas.microsoft.com/office/drawing/2014/main" id="{6AD5204A-037D-4741-95CB-5F5A1C9C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2" name="화살표: 왼쪽 11">
            <a:extLst xmlns:a="http://schemas.openxmlformats.org/drawingml/2006/main">
              <a:ext uri="{FF2B5EF4-FFF2-40B4-BE49-F238E27FC236}">
                <a16:creationId xmlns:a16="http://schemas.microsoft.com/office/drawing/2014/main" id="{B0E100AB-EFFD-433F-A2D1-0AFDFA21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B258BFE5-4096-4DC9-99F0-A958FE2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2870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① 시작 →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CD3D29FB-B545-4B03-A522-59C2C457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13335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② 기록 흐름 ←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25DD3604-034D-4654-AAC3-B6CD9FC1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1371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541BB24B-5938-4571-8259-05CC1740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66825"/>
            <a:ext cx="12192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제품 안내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152FBA82-2F27-4992-819D-BD570B7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2192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NT-01 · 대상·한계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EC50D728-AADD-4D96-877A-7F09CF1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49C20932-61AB-4606-ADDC-6E46B912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7A2DED61-086C-43B7-A963-C2EECDF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NT-02 · 환자 가입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48EA3D74-10CE-4C0E-A5CE-FC9A69E9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D3EA8F24-849E-41AF-82BA-52FC1017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 · 권한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CF65614B-575B-4F1D-B77B-3EA4311F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NT-03 · 음성·카메라 선택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F3623BE0-9CE9-4057-B068-A85B9E86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D2D7FD20-B14B-42C2-856A-BA3C8F5B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988DCCFD-0648-4EDB-A4FC-7362D5E8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NT-04 상태·Watch·얼굴 측정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ECA7C973-6B29-4C80-98BE-5F35159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8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F917D1B0-F4A0-4169-B4A4-36B91E3B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알림</a:t>
            </a: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9F9B7B90-20D9-4D2E-AE4D-58EA9D2F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NT-05 · </a:t>
            </a: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지금</a:t>
            </a: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나중에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46202D0F-B84A-4495-83BF-3080CA50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E424603D-4AE1-4D71-8929-8561F40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934D7584-C54E-4483-AC32-CB9669EB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NT-06 · 8문항·7단계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62A3B3D8-ABF1-42A6-AD4B-07D4A8D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3AF5DA80-8DDA-4EF5-9C6D-12B12D5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  <p:sp>
        <p:nvSpPr>
          <p:cNvPr id="35" name="사각형: 둥근 모서리 34">
            <a:extLst xmlns:a="http://schemas.openxmlformats.org/drawingml/2006/main">
              <a:ext uri="{FF2B5EF4-FFF2-40B4-BE49-F238E27FC236}">
                <a16:creationId xmlns:a16="http://schemas.microsoft.com/office/drawing/2014/main" id="{B761D980-7F2C-4B1F-B479-DC51A7AB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NT-07 · 텍스트·STT·TTS</a:t>
            </a:r>
          </a:p>
        </p:txBody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21411EBD-17E8-425F-B157-C12BB11E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D5445FD3-4127-4278-A0EA-D30D866E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9E4C9A59-BB85-4438-AA91-781551EA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NT-08 · 상태·이벤트·AUQ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AAF23ABB-9220-4A71-90D6-04750CE2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095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하단 탭: 홈 · 대시보드 · 챗봇</a:t>
            </a:r>
          </a:p>
        </p:txBody>
      </p:sp>
      <p:sp>
        <p:nvSpPr>
          <p:cNvPr id="40" name="사각형: 둥근 모서리 39">
            <a:extLst xmlns:a="http://schemas.openxmlformats.org/drawingml/2006/main">
              <a:ext uri="{FF2B5EF4-FFF2-40B4-BE49-F238E27FC236}">
                <a16:creationId xmlns:a16="http://schemas.microsoft.com/office/drawing/2014/main" id="{94452F7B-E08F-402D-8A12-40D8AE92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1" name="사각형: 둥근 모서리 40">
            <a:extLst xmlns:a="http://schemas.openxmlformats.org/drawingml/2006/main">
              <a:ext uri="{FF2B5EF4-FFF2-40B4-BE49-F238E27FC236}">
                <a16:creationId xmlns:a16="http://schemas.microsoft.com/office/drawing/2014/main" id="{A986342D-E783-4C11-8AE8-5982430E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 · 홈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194C6127-E84F-4891-9886-82DC0D39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프로필 · 상태 문구 · Watch · 얼굴 측정</a:t>
            </a:r>
          </a:p>
        </p:txBody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F8FFF9D1-9AC0-4503-B9D0-872D4705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31415886-A942-4044-855A-EC275464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NT-08 · 대시보드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8DBECADD-28E4-44BA-AF88-08547D2C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구간 · 이벤트 · AUQ X/56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295A7ECA-90FF-4C87-A803-3FF31533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7" name="사각형: 둥근 모서리 46">
            <a:extLst xmlns:a="http://schemas.openxmlformats.org/drawingml/2006/main">
              <a:ext uri="{FF2B5EF4-FFF2-40B4-BE49-F238E27FC236}">
                <a16:creationId xmlns:a16="http://schemas.microsoft.com/office/drawing/2014/main" id="{BFCB7D31-342D-4649-8FAD-9134C2EE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 · 챗봇</a:t>
            </a:r>
          </a:p>
        </p:txBody>
      </p:sp>
      <p:sp>
        <p:nvSpPr>
          <p:cNvPr id="48" name="사각형: 둥근 모서리 47">
            <a:extLst xmlns:a="http://schemas.openxmlformats.org/drawingml/2006/main">
              <a:ext uri="{FF2B5EF4-FFF2-40B4-BE49-F238E27FC236}">
                <a16:creationId xmlns:a16="http://schemas.microsoft.com/office/drawing/2014/main" id="{B7411FF9-6145-4828-AE9F-5CD581E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텍스트·음성 입력 · AI TTS 듣기</a:t>
            </a:r>
          </a:p>
        </p:txBody>
      </p:sp>
    </p:spTree>
    <p:extLst>
      <p:ext uri="{BB962C8B-B14F-4D97-AF65-F5344CB8AC3E}">
        <p14:creationId xmlns:p14="http://schemas.microsoft.com/office/powerpoint/2010/main" val="714808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E01DC0F-DB2A-4026-AB02-D6811056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시작 — 안내 · 가입 · 동의와 권한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BDD46B6-FD02-4808-85D5-756227C9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CADBBFE-2C6D-4368-A9BC-CA77524E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D7A9A1EA-2D07-4918-B0B5-2CDB4C17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90600"/>
            <a:ext cx="149961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 · 제품 안내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DF441844-98CB-41CA-A26C-A446B970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90600"/>
            <a:ext cx="149961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 · 가입 · 로그인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3950265E-7018-4FDC-AB10-FAEB3150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90600"/>
            <a:ext cx="149961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 · 동의 · 음성·카메라</a:t>
            </a:r>
          </a:p>
        </p:txBody>
      </p:sp>
      <p:pic>
        <p:nvPicPr>
          <p:cNvPr id="32" name="그림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64f7956a74daa"/>
          <a:srcRect xmlns:a="http://schemas.openxmlformats.org/drawingml/2006/main" l="0" t="1296" r="0" b="1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00150"/>
            <a:ext cx="1499616" cy="324612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3" name="그림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2c03276284def"/>
          <a:srcRect xmlns:a="http://schemas.openxmlformats.org/drawingml/2006/main" l="0" t="1296" r="0" b="1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4550" y="1200150"/>
            <a:ext cx="1499616" cy="324612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4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adc3c765748e2"/>
          <a:srcRect xmlns:a="http://schemas.openxmlformats.org/drawingml/2006/main" l="0" t="1296" r="0" b="1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1200150"/>
            <a:ext cx="1499616" cy="324612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11E8AC91-CABD-4352-88D3-734CA265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200150"/>
            <a:ext cx="3162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타원 13">
            <a:extLst xmlns:a="http://schemas.openxmlformats.org/drawingml/2006/main">
              <a:ext uri="{FF2B5EF4-FFF2-40B4-BE49-F238E27FC236}">
                <a16:creationId xmlns:a16="http://schemas.microsoft.com/office/drawing/2014/main" id="{8410F668-7858-4CBC-AF5B-E8EFEB80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3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25FBC9C2-35AF-421F-92F5-486A7F8D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335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4DA3AB8D-2265-4944-A161-CE79FFB6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95400"/>
            <a:ext cx="25146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안내 후 가입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FD8CB577-274C-42D8-818C-235B133F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2857500" cy="971550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 대상과 한계를 확인한 뒤 환자가 직접 가입합니다. 로그인 전에는 하단 탭을 표시하지 않습니다.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765C995D-6487-4C00-BF9E-FB4F0539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14650"/>
            <a:ext cx="3162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타원 18">
            <a:extLst xmlns:a="http://schemas.openxmlformats.org/drawingml/2006/main">
              <a:ext uri="{FF2B5EF4-FFF2-40B4-BE49-F238E27FC236}">
                <a16:creationId xmlns:a16="http://schemas.microsoft.com/office/drawing/2014/main" id="{69E9DEE0-F60C-4514-BA6F-3A402368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828E4DDB-694B-4ED3-B33C-D568A2F6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54323B78-49E0-4714-9E09-126454AB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5146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동의와 사용 시점 권한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907429BF-3545-4FFD-85D6-6E4CD537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2857500" cy="971550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음성·카메라는 선택 동의로 두고 실제 기능 진입 시 마이크·카메라 권한을 요청합니다. 완료 후 홈으로 이동합니다.</a:t>
            </a:r>
          </a:p>
        </p:txBody>
      </p:sp>
    </p:spTree>
    <p:extLst>
      <p:ext uri="{BB962C8B-B14F-4D97-AF65-F5344CB8AC3E}">
        <p14:creationId xmlns:p14="http://schemas.microsoft.com/office/powerpoint/2010/main" val="12841548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76F9288-9278-45A2-B426-97AE2FDE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 — 상태 확인과 20초 얼굴 측정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2637CE6-A38D-4325-9EEA-9F7B6D0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A19A78-E81E-4D81-8E6A-CCA63F3A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6" name="화살표: 오른쪽 5">
            <a:extLst xmlns:a="http://schemas.openxmlformats.org/drawingml/2006/main">
              <a:ext uri="{FF2B5EF4-FFF2-40B4-BE49-F238E27FC236}">
                <a16:creationId xmlns:a16="http://schemas.microsoft.com/office/drawing/2014/main" id="{19CD9CD5-EAEB-4911-B63F-79FA7D53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7" name="화살표: 오른쪽 6">
            <a:extLst xmlns:a="http://schemas.openxmlformats.org/drawingml/2006/main">
              <a:ext uri="{FF2B5EF4-FFF2-40B4-BE49-F238E27FC236}">
                <a16:creationId xmlns:a16="http://schemas.microsoft.com/office/drawing/2014/main" id="{1CD7398B-9179-4ED7-8C07-7B9AF03F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8" name="화살표: 오른쪽 7">
            <a:extLst xmlns:a="http://schemas.openxmlformats.org/drawingml/2006/main">
              <a:ext uri="{FF2B5EF4-FFF2-40B4-BE49-F238E27FC236}">
                <a16:creationId xmlns:a16="http://schemas.microsoft.com/office/drawing/2014/main" id="{ADCC4C19-A8C6-4D1E-8CAA-8E508CBD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9" name="화살표: 아래쪽 8">
            <a:extLst xmlns:a="http://schemas.openxmlformats.org/drawingml/2006/main">
              <a:ext uri="{FF2B5EF4-FFF2-40B4-BE49-F238E27FC236}">
                <a16:creationId xmlns:a16="http://schemas.microsoft.com/office/drawing/2014/main" id="{48A79B49-8608-44A2-9635-0FC28032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123825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0" name="화살표: 왼쪽 9">
            <a:extLst xmlns:a="http://schemas.openxmlformats.org/drawingml/2006/main">
              <a:ext uri="{FF2B5EF4-FFF2-40B4-BE49-F238E27FC236}">
                <a16:creationId xmlns:a16="http://schemas.microsoft.com/office/drawing/2014/main" id="{7D3C4FDA-FB8E-4404-B0C6-1D3CEC8F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1" name="화살표: 왼쪽 10">
            <a:extLst xmlns:a="http://schemas.openxmlformats.org/drawingml/2006/main">
              <a:ext uri="{FF2B5EF4-FFF2-40B4-BE49-F238E27FC236}">
                <a16:creationId xmlns:a16="http://schemas.microsoft.com/office/drawing/2014/main" id="{6AD5204A-037D-4741-95CB-5F5A1C9C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2" name="화살표: 왼쪽 11">
            <a:extLst xmlns:a="http://schemas.openxmlformats.org/drawingml/2006/main">
              <a:ext uri="{FF2B5EF4-FFF2-40B4-BE49-F238E27FC236}">
                <a16:creationId xmlns:a16="http://schemas.microsoft.com/office/drawing/2014/main" id="{B0E100AB-EFFD-433F-A2D1-0AFDFA21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B258BFE5-4096-4DC9-99F0-A958FE2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2870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① 홈 상태 →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CD3D29FB-B545-4B03-A522-59C2C457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13335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② 얼굴 측정 ←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25DD3604-034D-4654-AAC3-B6CD9FC1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1371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541BB24B-5938-4571-8259-05CC1740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66825"/>
            <a:ext cx="12192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프로필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152FBA82-2F27-4992-819D-BD570B7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2192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사용자 이름 · 기본 정보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EC50D728-AADD-4D96-877A-7F09CF1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49C20932-61AB-4606-ADDC-6E46B912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상태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7A2DED61-086C-43B7-A963-C2EECDF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낮은 가능성 ~ 높은 가능성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48EA3D74-10CE-4C0E-A5CE-FC9A69E9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D3EA8F24-849E-41AF-82BA-52FC1017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Watch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CF65614B-575B-4F1D-B77B-3EA4311F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연결됨 · 연결 필요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F3623BE0-9CE9-4057-B068-A85B9E86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D2D7FD20-B14B-42C2-856A-BA3C8F5B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얼굴로 측정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988DCCFD-0648-4EDB-A4FC-7362D5E8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20초 촬영 시작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ECA7C973-6B29-4C80-98BE-5F35159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8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F917D1B0-F4A0-4169-B4A4-36B91E3B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측정 진행</a:t>
            </a: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9F9B7B90-20D9-4D2E-AE4D-58EA9D2F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촬영 · 업로드 · 분석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46202D0F-B84A-4495-83BF-3080CA50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E424603D-4AE1-4D71-8929-8561F40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결과 반영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934D7584-C54E-4483-AC32-CB9669EB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갈망 상태 문구 갱신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62A3B3D8-ABF1-42A6-AD4B-07D4A8D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3AF5DA80-8DDA-4EF5-9C6D-12B12D5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35" name="사각형: 둥근 모서리 34">
            <a:extLst xmlns:a="http://schemas.openxmlformats.org/drawingml/2006/main">
              <a:ext uri="{FF2B5EF4-FFF2-40B4-BE49-F238E27FC236}">
                <a16:creationId xmlns:a16="http://schemas.microsoft.com/office/drawing/2014/main" id="{B761D980-7F2C-4B1F-B479-DC51A7AB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새 기록 확인</a:t>
            </a:r>
          </a:p>
        </p:txBody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21411EBD-17E8-425F-B157-C12BB11E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D5445FD3-4127-4278-A0EA-D30D866E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9E4C9A59-BB85-4438-AA91-781551EA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같은 탭으로 복귀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AAF23ABB-9220-4A71-90D6-04750CE2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095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하단 탭: 홈 · 대시보드 · 챗봇</a:t>
            </a:r>
          </a:p>
        </p:txBody>
      </p:sp>
      <p:sp>
        <p:nvSpPr>
          <p:cNvPr id="40" name="사각형: 둥근 모서리 39">
            <a:extLst xmlns:a="http://schemas.openxmlformats.org/drawingml/2006/main">
              <a:ext uri="{FF2B5EF4-FFF2-40B4-BE49-F238E27FC236}">
                <a16:creationId xmlns:a16="http://schemas.microsoft.com/office/drawing/2014/main" id="{94452F7B-E08F-402D-8A12-40D8AE92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1" name="사각형: 둥근 모서리 40">
            <a:extLst xmlns:a="http://schemas.openxmlformats.org/drawingml/2006/main">
              <a:ext uri="{FF2B5EF4-FFF2-40B4-BE49-F238E27FC236}">
                <a16:creationId xmlns:a16="http://schemas.microsoft.com/office/drawing/2014/main" id="{A986342D-E783-4C11-8AE8-5982430E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프로필 · 설정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194C6127-E84F-4891-9886-82DC0D39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프로필 첫 카드 · 설정 우측 상단</a:t>
            </a:r>
          </a:p>
        </p:txBody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F8FFF9D1-9AC0-4503-B9D0-872D4705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31415886-A942-4044-855A-EC275464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· Watch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8DBECADD-28E4-44BA-AF88-08547D2C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상태 문구 · Watch 연결 상태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295A7ECA-90FF-4C87-A803-3FF31533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7" name="사각형: 둥근 모서리 46">
            <a:extLst xmlns:a="http://schemas.openxmlformats.org/drawingml/2006/main">
              <a:ext uri="{FF2B5EF4-FFF2-40B4-BE49-F238E27FC236}">
                <a16:creationId xmlns:a16="http://schemas.microsoft.com/office/drawing/2014/main" id="{BFCB7D31-342D-4649-8FAD-9134C2EE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얼굴로 측정</a:t>
            </a:r>
          </a:p>
        </p:txBody>
      </p:sp>
      <p:sp>
        <p:nvSpPr>
          <p:cNvPr id="48" name="사각형: 둥근 모서리 47">
            <a:extLst xmlns:a="http://schemas.openxmlformats.org/drawingml/2006/main">
              <a:ext uri="{FF2B5EF4-FFF2-40B4-BE49-F238E27FC236}">
                <a16:creationId xmlns:a16="http://schemas.microsoft.com/office/drawing/2014/main" id="{B7411FF9-6145-4828-AE9F-5CD581E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20초 진행 · 결과를 홈에 표시</a:t>
            </a:r>
          </a:p>
        </p:txBody>
      </p:sp>
    </p:spTree>
    <p:extLst>
      <p:ext uri="{BB962C8B-B14F-4D97-AF65-F5344CB8AC3E}">
        <p14:creationId xmlns:p14="http://schemas.microsoft.com/office/powerpoint/2010/main" val="7148084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76F9288-9278-45A2-B426-97AE2FDE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 · AUQ · 자유대화 진입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2637CE6-A38D-4325-9EEA-9F7B6D0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A19A78-E81E-4D81-8E6A-CCA63F3A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" name="화살표: 오른쪽 5">
            <a:extLst xmlns:a="http://schemas.openxmlformats.org/drawingml/2006/main">
              <a:ext uri="{FF2B5EF4-FFF2-40B4-BE49-F238E27FC236}">
                <a16:creationId xmlns:a16="http://schemas.microsoft.com/office/drawing/2014/main" id="{19CD9CD5-EAEB-4911-B63F-79FA7D53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7" name="화살표: 오른쪽 6">
            <a:extLst xmlns:a="http://schemas.openxmlformats.org/drawingml/2006/main">
              <a:ext uri="{FF2B5EF4-FFF2-40B4-BE49-F238E27FC236}">
                <a16:creationId xmlns:a16="http://schemas.microsoft.com/office/drawing/2014/main" id="{1CD7398B-9179-4ED7-8C07-7B9AF03F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8" name="화살표: 오른쪽 7">
            <a:extLst xmlns:a="http://schemas.openxmlformats.org/drawingml/2006/main">
              <a:ext uri="{FF2B5EF4-FFF2-40B4-BE49-F238E27FC236}">
                <a16:creationId xmlns:a16="http://schemas.microsoft.com/office/drawing/2014/main" id="{ADCC4C19-A8C6-4D1E-8CAA-8E508CBD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9" name="화살표: 아래쪽 8">
            <a:extLst xmlns:a="http://schemas.openxmlformats.org/drawingml/2006/main">
              <a:ext uri="{FF2B5EF4-FFF2-40B4-BE49-F238E27FC236}">
                <a16:creationId xmlns:a16="http://schemas.microsoft.com/office/drawing/2014/main" id="{48A79B49-8608-44A2-9635-0FC28032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123825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0" name="화살표: 왼쪽 9">
            <a:extLst xmlns:a="http://schemas.openxmlformats.org/drawingml/2006/main">
              <a:ext uri="{FF2B5EF4-FFF2-40B4-BE49-F238E27FC236}">
                <a16:creationId xmlns:a16="http://schemas.microsoft.com/office/drawing/2014/main" id="{7D3C4FDA-FB8E-4404-B0C6-1D3CEC8F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1" name="화살표: 왼쪽 10">
            <a:extLst xmlns:a="http://schemas.openxmlformats.org/drawingml/2006/main">
              <a:ext uri="{FF2B5EF4-FFF2-40B4-BE49-F238E27FC236}">
                <a16:creationId xmlns:a16="http://schemas.microsoft.com/office/drawing/2014/main" id="{6AD5204A-037D-4741-95CB-5F5A1C9C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2" name="화살표: 왼쪽 11">
            <a:extLst xmlns:a="http://schemas.openxmlformats.org/drawingml/2006/main">
              <a:ext uri="{FF2B5EF4-FFF2-40B4-BE49-F238E27FC236}">
                <a16:creationId xmlns:a16="http://schemas.microsoft.com/office/drawing/2014/main" id="{B0E100AB-EFFD-433F-A2D1-0AFDFA21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B258BFE5-4096-4DC9-99F0-A958FE2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2870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① 대화 진입 →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CD3D29FB-B545-4B03-A522-59C2C457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13335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② 입력 · 응답 ←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25DD3604-034D-4654-AAC3-B6CD9FC1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1371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541BB24B-5938-4571-8259-05CC1740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66825"/>
            <a:ext cx="12192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알림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152FBA82-2F27-4992-819D-BD570B7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2192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스마트폰 팝업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EC50D728-AADD-4D96-877A-7F09CF1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49C20932-61AB-4606-ADDC-6E46B912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지금 대화하기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7A2DED61-086C-43B7-A963-C2EECDF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AUQ 화면 열기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48EA3D74-10CE-4C0E-A5CE-FC9A69E9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D3EA8F24-849E-41AF-82BA-52FC1017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작성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CF65614B-575B-4F1D-B77B-3EA4311F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8문항 · 7문장 선택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F3623BE0-9CE9-4057-B068-A85B9E86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D2D7FD20-B14B-42C2-856A-BA3C8F5B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건너뛰기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988DCCFD-0648-4EDB-A4FC-7362D5E8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바로 챗봇 열기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ECA7C973-6B29-4C80-98BE-5F35159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8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F917D1B0-F4A0-4169-B4A4-36B91E3B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9F9B7B90-20D9-4D2E-AE4D-58EA9D2F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중립 안내로 시작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46202D0F-B84A-4495-83BF-3080CA50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E424603D-4AE1-4D71-8929-8561F40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텍스트 입력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934D7584-C54E-4483-AC32-CB9669EB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작성 후 전송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62A3B3D8-ABF1-42A6-AD4B-07D4A8D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3AF5DA80-8DDA-4EF5-9C6D-12B12D5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음성 입력</a:t>
            </a:r>
          </a:p>
        </p:txBody>
      </p:sp>
      <p:sp>
        <p:nvSpPr>
          <p:cNvPr id="35" name="사각형: 둥근 모서리 34">
            <a:extLst xmlns:a="http://schemas.openxmlformats.org/drawingml/2006/main">
              <a:ext uri="{FF2B5EF4-FFF2-40B4-BE49-F238E27FC236}">
                <a16:creationId xmlns:a16="http://schemas.microsoft.com/office/drawing/2014/main" id="{B761D980-7F2C-4B1F-B479-DC51A7AB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녹음 · 편집 · 전송</a:t>
            </a:r>
          </a:p>
        </p:txBody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21411EBD-17E8-425F-B157-C12BB11E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D5445FD3-4127-4278-A0EA-D30D866E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TTS 듣기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9E4C9A59-BB85-4438-AA91-781551EA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말풍선 듣기 · 정지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AAF23ABB-9220-4A71-90D6-04750CE2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095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나중에 → 현재 화면 유지</a:t>
            </a:r>
          </a:p>
        </p:txBody>
      </p:sp>
      <p:sp>
        <p:nvSpPr>
          <p:cNvPr id="40" name="사각형: 둥근 모서리 39">
            <a:extLst xmlns:a="http://schemas.openxmlformats.org/drawingml/2006/main">
              <a:ext uri="{FF2B5EF4-FFF2-40B4-BE49-F238E27FC236}">
                <a16:creationId xmlns:a16="http://schemas.microsoft.com/office/drawing/2014/main" id="{94452F7B-E08F-402D-8A12-40D8AE92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1" name="사각형: 둥근 모서리 40">
            <a:extLst xmlns:a="http://schemas.openxmlformats.org/drawingml/2006/main">
              <a:ext uri="{FF2B5EF4-FFF2-40B4-BE49-F238E27FC236}">
                <a16:creationId xmlns:a16="http://schemas.microsoft.com/office/drawing/2014/main" id="{A986342D-E783-4C11-8AE8-5982430E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NT-05 · 알림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194C6127-E84F-4891-9886-82DC0D39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지금 대화하기 · 나중에 · 확정 표현 금지</a:t>
            </a:r>
          </a:p>
        </p:txBody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F8FFF9D1-9AC0-4503-B9D0-872D4705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31415886-A942-4044-855A-EC275464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8DBECADD-28E4-44BA-AF88-08547D2C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매우 그렇지 않다 … 매우 그렇다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295A7ECA-90FF-4C87-A803-3FF31533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7" name="사각형: 둥근 모서리 46">
            <a:extLst xmlns:a="http://schemas.openxmlformats.org/drawingml/2006/main">
              <a:ext uri="{FF2B5EF4-FFF2-40B4-BE49-F238E27FC236}">
                <a16:creationId xmlns:a16="http://schemas.microsoft.com/office/drawing/2014/main" id="{BFCB7D31-342D-4649-8FAD-9134C2EE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 · 챗봇</a:t>
            </a:r>
          </a:p>
        </p:txBody>
      </p:sp>
      <p:sp>
        <p:nvSpPr>
          <p:cNvPr id="48" name="사각형: 둥근 모서리 47">
            <a:extLst xmlns:a="http://schemas.openxmlformats.org/drawingml/2006/main">
              <a:ext uri="{FF2B5EF4-FFF2-40B4-BE49-F238E27FC236}">
                <a16:creationId xmlns:a16="http://schemas.microsoft.com/office/drawing/2014/main" id="{B7411FF9-6145-4828-AE9F-5CD581E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자유대화 · STT·TTS 선택</a:t>
            </a:r>
          </a:p>
        </p:txBody>
      </p:sp>
    </p:spTree>
    <p:extLst>
      <p:ext uri="{BB962C8B-B14F-4D97-AF65-F5344CB8AC3E}">
        <p14:creationId xmlns:p14="http://schemas.microsoft.com/office/powerpoint/2010/main" val="7148084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30E237-A196-4DE3-859B-D85FDAD7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 — 텍스트·STT 입력과 TTS 응답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1F051B-B40B-4A60-912B-6DD82276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1632342-6214-4507-86C5-56A6FA8E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B574571C-46F9-4314-B385-E00C0458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4128"/>
            <a:ext cx="1619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텍스트·음성 입력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22ABAF18-84ED-413E-8167-4E8D85EF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024128"/>
            <a:ext cx="1619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TTS·재시도</a:t>
            </a:r>
          </a:p>
        </p:txBody>
      </p:sp>
      <p:pic>
        <p:nvPicPr>
          <p:cNvPr id="33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dbe8dc67d4f35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233678"/>
            <a:ext cx="1619250" cy="36004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4" name="그림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bf41d277e4614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0800" y="1233678"/>
            <a:ext cx="1619250" cy="36004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BB4A04A9-4EFA-40A2-AD42-4FF0AEFD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00150"/>
            <a:ext cx="41338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타원 11">
            <a:extLst xmlns:a="http://schemas.openxmlformats.org/drawingml/2006/main">
              <a:ext uri="{FF2B5EF4-FFF2-40B4-BE49-F238E27FC236}">
                <a16:creationId xmlns:a16="http://schemas.microsoft.com/office/drawing/2014/main" id="{BE8FFBB8-8FED-4FD3-B8A1-5FFDCD2B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33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7BE6233A-3291-4546-8F0C-277861A7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3335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5B23F76-9331-4F0E-B642-71FBEA8E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95400"/>
            <a:ext cx="34861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입력 방법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FFCDED26-3187-4F9A-BF66-FE929C32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57350"/>
            <a:ext cx="38290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키보드로 입력하거나 마이크를 탭해 녹음을 시작·종료합니다. 두 입력은 같은 사용자 발화로 처리합니다.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F429ECD8-B5BB-4DE2-A777-A31BC368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41338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타원 16">
            <a:extLst xmlns:a="http://schemas.openxmlformats.org/drawingml/2006/main">
              <a:ext uri="{FF2B5EF4-FFF2-40B4-BE49-F238E27FC236}">
                <a16:creationId xmlns:a16="http://schemas.microsoft.com/office/drawing/2014/main" id="{AD25AD50-1112-44C6-A1AE-701CAFD0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08CA2F00-B819-48CF-824B-2383C6FF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EAFC4D98-9064-4575-9485-0D10CB89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34861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음성 확인 후 전송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AA39FB75-B1C0-4709-B635-980F6932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19400"/>
            <a:ext cx="3829050" cy="514350"/>
          </a:xfrm>
          <a:prstGeom xmlns:a="http://schemas.openxmlformats.org/drawingml/2006/main" prst="roundRect">
            <a:avLst>
              <a:gd name="adj" fmla="val 1481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인식 문장은 입력창에서 수정합니다. 자동 전송하지 않으며 실패해도 텍스트 입력은 유지합니다.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4E64739B-576A-43BB-A5CB-C96C11E5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81400"/>
            <a:ext cx="4133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타원 21">
            <a:extLst xmlns:a="http://schemas.openxmlformats.org/drawingml/2006/main">
              <a:ext uri="{FF2B5EF4-FFF2-40B4-BE49-F238E27FC236}">
                <a16:creationId xmlns:a16="http://schemas.microsoft.com/office/drawing/2014/main" id="{EA6DFA7A-4A14-4F55-84E7-0AB44617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14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33ADEC42-CEE5-49BA-B29C-6A1CE815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147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9A1B8C57-7345-42DF-A6E0-E7F1EFB7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76650"/>
            <a:ext cx="34861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듣기 · 종료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5C607AF0-5C57-49F3-B484-B308FF23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38600"/>
            <a:ext cx="3829050" cy="43815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텍스트는 항상 표시합니다. 듣기·정지, 자동 읽기(기본 OFF), 수동·1시간 미활동 종료를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10352973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76F9288-9278-45A2-B426-97AE2FDE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 — 상태·이벤트·AUQ 기록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2637CE6-A38D-4325-9EEA-9F7B6D0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A19A78-E81E-4D81-8E6A-CCA63F3A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" name="화살표: 오른쪽 5">
            <a:extLst xmlns:a="http://schemas.openxmlformats.org/drawingml/2006/main">
              <a:ext uri="{FF2B5EF4-FFF2-40B4-BE49-F238E27FC236}">
                <a16:creationId xmlns:a16="http://schemas.microsoft.com/office/drawing/2014/main" id="{19CD9CD5-EAEB-4911-B63F-79FA7D53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7" name="화살표: 오른쪽 6">
            <a:extLst xmlns:a="http://schemas.openxmlformats.org/drawingml/2006/main">
              <a:ext uri="{FF2B5EF4-FFF2-40B4-BE49-F238E27FC236}">
                <a16:creationId xmlns:a16="http://schemas.microsoft.com/office/drawing/2014/main" id="{1CD7398B-9179-4ED7-8C07-7B9AF03F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8" name="화살표: 오른쪽 7">
            <a:extLst xmlns:a="http://schemas.openxmlformats.org/drawingml/2006/main">
              <a:ext uri="{FF2B5EF4-FFF2-40B4-BE49-F238E27FC236}">
                <a16:creationId xmlns:a16="http://schemas.microsoft.com/office/drawing/2014/main" id="{ADCC4C19-A8C6-4D1E-8CAA-8E508CBD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9" name="화살표: 아래쪽 8">
            <a:extLst xmlns:a="http://schemas.openxmlformats.org/drawingml/2006/main">
              <a:ext uri="{FF2B5EF4-FFF2-40B4-BE49-F238E27FC236}">
                <a16:creationId xmlns:a16="http://schemas.microsoft.com/office/drawing/2014/main" id="{48A79B49-8608-44A2-9635-0FC28032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123825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0" name="화살표: 왼쪽 9">
            <a:extLst xmlns:a="http://schemas.openxmlformats.org/drawingml/2006/main">
              <a:ext uri="{FF2B5EF4-FFF2-40B4-BE49-F238E27FC236}">
                <a16:creationId xmlns:a16="http://schemas.microsoft.com/office/drawing/2014/main" id="{7D3C4FDA-FB8E-4404-B0C6-1D3CEC8F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1" name="화살표: 왼쪽 10">
            <a:extLst xmlns:a="http://schemas.openxmlformats.org/drawingml/2006/main">
              <a:ext uri="{FF2B5EF4-FFF2-40B4-BE49-F238E27FC236}">
                <a16:creationId xmlns:a16="http://schemas.microsoft.com/office/drawing/2014/main" id="{6AD5204A-037D-4741-95CB-5F5A1C9C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2" name="화살표: 왼쪽 11">
            <a:extLst xmlns:a="http://schemas.openxmlformats.org/drawingml/2006/main">
              <a:ext uri="{FF2B5EF4-FFF2-40B4-BE49-F238E27FC236}">
                <a16:creationId xmlns:a16="http://schemas.microsoft.com/office/drawing/2014/main" id="{B0E100AB-EFFD-433F-A2D1-0AFDFA21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B258BFE5-4096-4DC9-99F0-A958FE2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2870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① 상태 기록 →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CD3D29FB-B545-4B03-A522-59C2C457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13335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② 설문 · 이벤트 ←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25DD3604-034D-4654-AAC3-B6CD9FC1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1371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541BB24B-5938-4571-8259-05CC1740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66825"/>
            <a:ext cx="12192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날짜 선택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152FBA82-2F27-4992-819D-BD570B7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2192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오늘 · 7일 · 30일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EC50D728-AADD-4D96-877A-7F09CF1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49C20932-61AB-4606-ADDC-6E46B912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상태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7A2DED61-086C-43B7-A963-C2EECDF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네 구간 문구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48EA3D74-10CE-4C0E-A5CE-FC9A69E9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D3EA8F24-849E-41AF-82BA-52FC1017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시간 막대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CF65614B-575B-4F1D-B77B-3EA4311F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오늘 24시간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F3623BE0-9CE9-4057-B068-A85B9E86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D2D7FD20-B14B-42C2-856A-BA3C8F5B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막대 선택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988DCCFD-0648-4EDB-A4FC-7362D5E8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구간 · 표본 상세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ECA7C973-6B29-4C80-98BE-5F35159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8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F917D1B0-F4A0-4169-B4A4-36B91E3B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</a:t>
            </a: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9F9B7B90-20D9-4D2E-AE4D-58EA9D2F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총점 X/56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46202D0F-B84A-4495-83BF-3080CA50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E424603D-4AE1-4D71-8929-8561F40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막대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934D7584-C54E-4483-AC32-CB9669EB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8~56 원점수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62A3B3D8-ABF1-42A6-AD4B-07D4A8D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3AF5DA80-8DDA-4EF5-9C6D-12B12D5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이벤트</a:t>
            </a:r>
          </a:p>
        </p:txBody>
      </p:sp>
      <p:sp>
        <p:nvSpPr>
          <p:cNvPr id="35" name="사각형: 둥근 모서리 34">
            <a:extLst xmlns:a="http://schemas.openxmlformats.org/drawingml/2006/main">
              <a:ext uri="{FF2B5EF4-FFF2-40B4-BE49-F238E27FC236}">
                <a16:creationId xmlns:a16="http://schemas.microsoft.com/office/drawing/2014/main" id="{B761D980-7F2C-4B1F-B479-DC51A7AB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알림 발생 건수</a:t>
            </a:r>
          </a:p>
        </p:txBody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21411EBD-17E8-425F-B157-C12BB11E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D5445FD3-4127-4278-A0EA-D30D866E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데이터 없음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9E4C9A59-BB85-4438-AA91-781551EA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0건과 구분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AAF23ABB-9220-4A71-90D6-04750CE2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095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막대를 누르면 선택 구간 상세를 표시합니다</a:t>
            </a:r>
          </a:p>
        </p:txBody>
      </p:sp>
      <p:sp>
        <p:nvSpPr>
          <p:cNvPr id="40" name="사각형: 둥근 모서리 39">
            <a:extLst xmlns:a="http://schemas.openxmlformats.org/drawingml/2006/main">
              <a:ext uri="{FF2B5EF4-FFF2-40B4-BE49-F238E27FC236}">
                <a16:creationId xmlns:a16="http://schemas.microsoft.com/office/drawing/2014/main" id="{94452F7B-E08F-402D-8A12-40D8AE92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1" name="사각형: 둥근 모서리 40">
            <a:extLst xmlns:a="http://schemas.openxmlformats.org/drawingml/2006/main">
              <a:ext uri="{FF2B5EF4-FFF2-40B4-BE49-F238E27FC236}">
                <a16:creationId xmlns:a16="http://schemas.microsoft.com/office/drawing/2014/main" id="{A986342D-E783-4C11-8AE8-5982430E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상태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194C6127-E84F-4891-9886-82DC0D39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낮은 가능성 · 변화 관찰 · 주의 필요 · 높은 가능성</a:t>
            </a:r>
          </a:p>
        </p:txBody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F8FFF9D1-9AC0-4503-B9D0-872D4705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31415886-A942-4044-855A-EC275464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8DBECADD-28E4-44BA-AF88-08547D2C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총점 X/56 · 높을수록 응답이 높음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295A7ECA-90FF-4C87-A803-3FF31533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7" name="사각형: 둥근 모서리 46">
            <a:extLst xmlns:a="http://schemas.openxmlformats.org/drawingml/2006/main">
              <a:ext uri="{FF2B5EF4-FFF2-40B4-BE49-F238E27FC236}">
                <a16:creationId xmlns:a16="http://schemas.microsoft.com/office/drawing/2014/main" id="{BFCB7D31-342D-4649-8FAD-9134C2EE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빈 구간 · 0건</a:t>
            </a:r>
          </a:p>
        </p:txBody>
      </p:sp>
      <p:sp>
        <p:nvSpPr>
          <p:cNvPr id="48" name="사각형: 둥근 모서리 47">
            <a:extLst xmlns:a="http://schemas.openxmlformats.org/drawingml/2006/main">
              <a:ext uri="{FF2B5EF4-FFF2-40B4-BE49-F238E27FC236}">
                <a16:creationId xmlns:a16="http://schemas.microsoft.com/office/drawing/2014/main" id="{B7411FF9-6145-4828-AE9F-5CD581E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데이터 없음은 공백 · 유효한 0건은 0건</a:t>
            </a:r>
          </a:p>
        </p:txBody>
      </p:sp>
    </p:spTree>
    <p:extLst>
      <p:ext uri="{BB962C8B-B14F-4D97-AF65-F5344CB8AC3E}">
        <p14:creationId xmlns:p14="http://schemas.microsoft.com/office/powerpoint/2010/main" val="7148084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EBAA82-50A1-47E7-BD5C-3AF29452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1 — 시작부터 20초 측정까지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CD52AFA-0EFB-4043-8415-D8DB8108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1520D69A-C3B2-40BF-A66E-1135E828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09650"/>
            <a:ext cx="12192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 · 제품 안내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DB5FCF6B-1E34-4EF9-A39C-28335959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09650"/>
            <a:ext cx="12192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 · 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가입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E6EB1116-178C-4DD9-BBE3-DCAB3C3A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009650"/>
            <a:ext cx="12192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 · 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동의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권한</a:t>
            </a:r>
          </a:p>
        </p:txBody>
      </p:sp>
      <p:pic>
        <p:nvPicPr>
          <p:cNvPr id="63" name="그림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3304932a14b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64" name="그림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1591ad6e144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73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65" name="그림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2e72c60a34a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704D1B42-59B7-4851-815D-97DE6DA8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3676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966A88C7-1910-4D0F-9A9E-241DA501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29075"/>
            <a:ext cx="3524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 · 홈과 측정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48269154-2842-4FBC-9A45-53CCC43B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3524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Watch 20초 수집 · 10초마다 최신 창 전송 · 얼굴 20초 측정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2A9AF464-1B6E-47F0-AC87-64220763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009650"/>
            <a:ext cx="10668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33A82640-EB3A-404A-A62B-CD29E914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009650"/>
            <a:ext cx="14668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3D5FBFA8-193C-4246-8B8C-72999965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00965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 xmlns:a="http://schemas.openxmlformats.org/drawingml/2006/main">
              <a:ext uri="{FF2B5EF4-FFF2-40B4-BE49-F238E27FC236}">
                <a16:creationId xmlns:a16="http://schemas.microsoft.com/office/drawing/2014/main" id="{E7D5C803-AE87-451A-B28C-01AF0AEE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47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 xmlns:a="http://schemas.openxmlformats.org/drawingml/2006/main">
              <a:ext uri="{FF2B5EF4-FFF2-40B4-BE49-F238E27FC236}">
                <a16:creationId xmlns:a16="http://schemas.microsoft.com/office/drawing/2014/main" id="{AFCDE8BB-67CA-481D-8B51-FAC78BC4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47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 xmlns:a="http://schemas.openxmlformats.org/drawingml/2006/main">
              <a:ext uri="{FF2B5EF4-FFF2-40B4-BE49-F238E27FC236}">
                <a16:creationId xmlns:a16="http://schemas.microsoft.com/office/drawing/2014/main" id="{828A7416-781E-422B-BE93-38DD3A1B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1403634D-0D34-469C-BBBA-FEBE680C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B236EEF3-FF45-4AF8-8296-190CA18E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382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확인하고 계속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563F1C91-AFBB-4C94-A078-2F6DBBBB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2382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제품 안내 확인 상태를 저장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A21F97F0-F6ED-4CBA-B482-04D6B668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382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NT-02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가입·로그인</a:t>
            </a:r>
          </a:p>
        </p:txBody>
      </p:sp>
      <p:sp>
        <p:nvSpPr>
          <p:cNvPr id="26" name="화살표: 오른쪽 25">
            <a:extLst xmlns:a="http://schemas.openxmlformats.org/drawingml/2006/main">
              <a:ext uri="{FF2B5EF4-FFF2-40B4-BE49-F238E27FC236}">
                <a16:creationId xmlns:a16="http://schemas.microsoft.com/office/drawing/2014/main" id="{77629D7A-2A0A-4491-8A37-C03F6576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145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 xmlns:a="http://schemas.openxmlformats.org/drawingml/2006/main">
              <a:ext uri="{FF2B5EF4-FFF2-40B4-BE49-F238E27FC236}">
                <a16:creationId xmlns:a16="http://schemas.microsoft.com/office/drawing/2014/main" id="{5C240264-C58D-426B-BF26-E842914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 xmlns:a="http://schemas.openxmlformats.org/drawingml/2006/main">
              <a:ext uri="{FF2B5EF4-FFF2-40B4-BE49-F238E27FC236}">
                <a16:creationId xmlns:a16="http://schemas.microsoft.com/office/drawing/2014/main" id="{6175B002-7494-4328-8F4C-93C326E4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713FF750-2BEE-45B1-A9D0-D778C821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C4984756-5F4D-41B6-9958-7A0A477C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050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가입하고 시작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기존 계정 로그인</a:t>
            </a:r>
          </a:p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A0013499-D1A3-4984-A7B5-5E03C88D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050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계정 처리 후 필요한 동의 상태를 확인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88160918-A520-45E0-AA7B-6D1E8990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0500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NT-03 /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</p:txBody>
      </p:sp>
      <p:sp>
        <p:nvSpPr>
          <p:cNvPr id="33" name="화살표: 오른쪽 32">
            <a:extLst xmlns:a="http://schemas.openxmlformats.org/drawingml/2006/main">
              <a:ext uri="{FF2B5EF4-FFF2-40B4-BE49-F238E27FC236}">
                <a16:creationId xmlns:a16="http://schemas.microsoft.com/office/drawing/2014/main" id="{19D4B0C4-1D10-42B0-B814-3106188A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 xmlns:a="http://schemas.openxmlformats.org/drawingml/2006/main">
              <a:ext uri="{FF2B5EF4-FFF2-40B4-BE49-F238E27FC236}">
                <a16:creationId xmlns:a16="http://schemas.microsoft.com/office/drawing/2014/main" id="{776992D2-0DC5-404C-935D-6D8B70A6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 xmlns:a="http://schemas.openxmlformats.org/drawingml/2006/main">
              <a:ext uri="{FF2B5EF4-FFF2-40B4-BE49-F238E27FC236}">
                <a16:creationId xmlns:a16="http://schemas.microsoft.com/office/drawing/2014/main" id="{D6C0333D-7D1F-4351-AC2B-6879F071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80FFD08E-E286-4235-ADC0-E8BCC608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5D3EDEFC-BC3E-43A7-85BA-4094C29D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동의 저장 → 홈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00900D54-5DD0-4840-AB67-B8A55A0F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717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음성·카메라 선택과 권한 상태를 저장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22D69D04-5C69-4E9A-988E-366C1F9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4288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40" name="화살표: 오른쪽 39">
            <a:extLst xmlns:a="http://schemas.openxmlformats.org/drawingml/2006/main">
              <a:ext uri="{FF2B5EF4-FFF2-40B4-BE49-F238E27FC236}">
                <a16:creationId xmlns:a16="http://schemas.microsoft.com/office/drawing/2014/main" id="{A3FFBE4D-EE67-4971-8D6D-30493EC8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480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 xmlns:a="http://schemas.openxmlformats.org/drawingml/2006/main">
              <a:ext uri="{FF2B5EF4-FFF2-40B4-BE49-F238E27FC236}">
                <a16:creationId xmlns:a16="http://schemas.microsoft.com/office/drawing/2014/main" id="{E74D7C9B-828C-4F01-8263-2C88B391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 xmlns:a="http://schemas.openxmlformats.org/drawingml/2006/main">
              <a:ext uri="{FF2B5EF4-FFF2-40B4-BE49-F238E27FC236}">
                <a16:creationId xmlns:a16="http://schemas.microsoft.com/office/drawing/2014/main" id="{F9B754BB-5C6A-48C8-A8B0-39EB4FC9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D86FBB2D-1050-4169-8A45-88E9D6D8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372DAC87-B072-416F-9472-9FF63D7F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385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Watch 연결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C30342D2-2A9A-4400-9AD4-A998D505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385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20초를 모은 뒤 10초마다 최신 창을 전송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0105EE88-502D-43A2-B18C-D8010685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3850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 상태</a:t>
            </a:r>
          </a:p>
        </p:txBody>
      </p:sp>
      <p:sp>
        <p:nvSpPr>
          <p:cNvPr id="47" name="화살표: 오른쪽 46">
            <a:extLst xmlns:a="http://schemas.openxmlformats.org/drawingml/2006/main">
              <a:ext uri="{FF2B5EF4-FFF2-40B4-BE49-F238E27FC236}">
                <a16:creationId xmlns:a16="http://schemas.microsoft.com/office/drawing/2014/main" id="{0FA8C204-A2DA-485F-B466-28509895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14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8" name="화살표: 오른쪽 47">
            <a:extLst xmlns:a="http://schemas.openxmlformats.org/drawingml/2006/main">
              <a:ext uri="{FF2B5EF4-FFF2-40B4-BE49-F238E27FC236}">
                <a16:creationId xmlns:a16="http://schemas.microsoft.com/office/drawing/2014/main" id="{2EA80D22-E075-465A-B643-83231D59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14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9" name="타원 48">
            <a:extLst xmlns:a="http://schemas.openxmlformats.org/drawingml/2006/main">
              <a:ext uri="{FF2B5EF4-FFF2-40B4-BE49-F238E27FC236}">
                <a16:creationId xmlns:a16="http://schemas.microsoft.com/office/drawing/2014/main" id="{58046045-BC34-4BF6-BFB2-67AE759F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사각형: 둥근 모서리 49">
            <a:extLst xmlns:a="http://schemas.openxmlformats.org/drawingml/2006/main">
              <a:ext uri="{FF2B5EF4-FFF2-40B4-BE49-F238E27FC236}">
                <a16:creationId xmlns:a16="http://schemas.microsoft.com/office/drawing/2014/main" id="{DEB1FEAA-516F-40E3-A108-57E6BA70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1" name="사각형: 둥근 모서리 50">
            <a:extLst xmlns:a="http://schemas.openxmlformats.org/drawingml/2006/main">
              <a:ext uri="{FF2B5EF4-FFF2-40B4-BE49-F238E27FC236}">
                <a16:creationId xmlns:a16="http://schemas.microsoft.com/office/drawing/2014/main" id="{3130EBBC-B116-48A3-AA49-309BB277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얼굴로 측정</a:t>
            </a:r>
          </a:p>
        </p:txBody>
      </p:sp>
      <p:sp>
        <p:nvSpPr>
          <p:cNvPr id="52" name="사각형: 둥근 모서리 51">
            <a:extLst xmlns:a="http://schemas.openxmlformats.org/drawingml/2006/main">
              <a:ext uri="{FF2B5EF4-FFF2-40B4-BE49-F238E27FC236}">
                <a16:creationId xmlns:a16="http://schemas.microsoft.com/office/drawing/2014/main" id="{EDB52A1E-09E2-49FA-BBE0-58BEF7C2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052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전면 카메라 20초 촬영 후 분석 상태 표시</a:t>
            </a:r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CE064A57-0A04-400C-9A3F-848DF7AD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52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 /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NT-08</a:t>
            </a:r>
          </a:p>
        </p:txBody>
      </p:sp>
    </p:spTree>
    <p:extLst>
      <p:ext uri="{BB962C8B-B14F-4D97-AF65-F5344CB8AC3E}">
        <p14:creationId xmlns:p14="http://schemas.microsoft.com/office/powerpoint/2010/main" val="5492881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EBAA82-50A1-47E7-BD5C-3AF29452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2 — 알림·AUQ·대화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CD52AFA-0EFB-4043-8415-D8DB8108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205D1667-8F39-4843-8F92-75C23251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NT-05 · 갈망 알림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179928CB-8437-43D0-92F4-556709B2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3CB3CC42-32A9-4C30-AF8D-CE85C838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pic>
        <p:nvPicPr>
          <p:cNvPr id="56" name="그림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92bd136784f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57" name="그림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c3233e75446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C2DAD1D7-0C18-466F-B07A-2CBCCEF1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3676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AF0C349F-5F86-4219-A5BB-8B7D8AD3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29075"/>
            <a:ext cx="3524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두 선택 경로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00C1E551-289B-4F8E-9014-5D13EF54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3524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나중에 → 현재 화면 유지 · 지금 대화하기 → AUQ 또는 자유대화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147BA2D4-B928-46E1-ADBA-BDF2EFA4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123950"/>
            <a:ext cx="10668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3776A7C0-8CE9-4A27-B55F-D383171F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123950"/>
            <a:ext cx="14668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2FD2DDCE-BD52-4E2E-8788-0CC77FCE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2395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 xmlns:a="http://schemas.openxmlformats.org/drawingml/2006/main">
              <a:ext uri="{FF2B5EF4-FFF2-40B4-BE49-F238E27FC236}">
                <a16:creationId xmlns:a16="http://schemas.microsoft.com/office/drawing/2014/main" id="{0E143AD4-63C2-4E8A-A482-395D0C61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00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 xmlns:a="http://schemas.openxmlformats.org/drawingml/2006/main">
              <a:ext uri="{FF2B5EF4-FFF2-40B4-BE49-F238E27FC236}">
                <a16:creationId xmlns:a16="http://schemas.microsoft.com/office/drawing/2014/main" id="{83FF2CB4-AFD1-433D-A555-0F230CD4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00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 xmlns:a="http://schemas.openxmlformats.org/drawingml/2006/main">
              <a:ext uri="{FF2B5EF4-FFF2-40B4-BE49-F238E27FC236}">
                <a16:creationId xmlns:a16="http://schemas.microsoft.com/office/drawing/2014/main" id="{5557A4F8-AE25-4919-BD7F-8769CD2D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43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1F213D10-881D-4CDD-8249-B3020922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430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5AC0348A-6DAC-4DFC-B1D9-1FBB222A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3906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지금 대화하기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0E739C7A-E732-43EC-9CA3-AD1FD3CA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3906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대화 시작 선택을 저장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32B87939-2AAF-4B20-84B6-245F5AC7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906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4288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AUQ</a:t>
            </a:r>
          </a:p>
        </p:txBody>
      </p:sp>
      <p:sp>
        <p:nvSpPr>
          <p:cNvPr id="26" name="화살표: 오른쪽 25">
            <a:extLst xmlns:a="http://schemas.openxmlformats.org/drawingml/2006/main">
              <a:ext uri="{FF2B5EF4-FFF2-40B4-BE49-F238E27FC236}">
                <a16:creationId xmlns:a16="http://schemas.microsoft.com/office/drawing/2014/main" id="{82B051D2-6E87-442C-AAEA-4E982C99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62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 xmlns:a="http://schemas.openxmlformats.org/drawingml/2006/main">
              <a:ext uri="{FF2B5EF4-FFF2-40B4-BE49-F238E27FC236}">
                <a16:creationId xmlns:a16="http://schemas.microsoft.com/office/drawing/2014/main" id="{AC32E774-F619-410F-B2CF-7522EC0F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 xmlns:a="http://schemas.openxmlformats.org/drawingml/2006/main">
              <a:ext uri="{FF2B5EF4-FFF2-40B4-BE49-F238E27FC236}">
                <a16:creationId xmlns:a16="http://schemas.microsoft.com/office/drawing/2014/main" id="{D1CE394B-7A5A-47E1-BD18-DC1C036F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16CC99C4-CB34-41AE-950B-CC241AE3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3070297E-F4B6-4AB0-A318-2C3C3059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526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나중에</a:t>
            </a:r>
          </a:p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CCF1F5F3-3067-48DD-96FF-6A7A5DBE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알림을 닫고 현재 화면을 유지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F05B7AF7-CEF3-40DD-B32A-610479B0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526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33" name="화살표: 오른쪽 32">
            <a:extLst xmlns:a="http://schemas.openxmlformats.org/drawingml/2006/main">
              <a:ext uri="{FF2B5EF4-FFF2-40B4-BE49-F238E27FC236}">
                <a16:creationId xmlns:a16="http://schemas.microsoft.com/office/drawing/2014/main" id="{C433C564-F49B-410D-B333-F8B22443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24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 xmlns:a="http://schemas.openxmlformats.org/drawingml/2006/main">
              <a:ext uri="{FF2B5EF4-FFF2-40B4-BE49-F238E27FC236}">
                <a16:creationId xmlns:a16="http://schemas.microsoft.com/office/drawing/2014/main" id="{9C677C21-AA7B-461B-9150-7BAAD54E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 xmlns:a="http://schemas.openxmlformats.org/drawingml/2006/main">
              <a:ext uri="{FF2B5EF4-FFF2-40B4-BE49-F238E27FC236}">
                <a16:creationId xmlns:a16="http://schemas.microsoft.com/office/drawing/2014/main" id="{1BF19827-33CE-4D26-8A2B-A7DDC82A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67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0FF8D51E-3F7C-42F4-9C57-A63794B8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670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415E9306-5FDD-4CB3-A3B8-A43AC4B3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146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7단계 문장 선택 → 다음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134E2A7D-007A-4FDF-83A9-C5E71E45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1~7 값을 저장하고 다음 문항을 표시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C21D0EDA-24EA-4F53-8782-2033EE67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146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NT-06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유지</a:t>
            </a:r>
          </a:p>
        </p:txBody>
      </p:sp>
      <p:sp>
        <p:nvSpPr>
          <p:cNvPr id="40" name="화살표: 오른쪽 39">
            <a:extLst xmlns:a="http://schemas.openxmlformats.org/drawingml/2006/main">
              <a:ext uri="{FF2B5EF4-FFF2-40B4-BE49-F238E27FC236}">
                <a16:creationId xmlns:a16="http://schemas.microsoft.com/office/drawing/2014/main" id="{3E89701D-D73B-40A4-94FA-BC63E562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86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 xmlns:a="http://schemas.openxmlformats.org/drawingml/2006/main">
              <a:ext uri="{FF2B5EF4-FFF2-40B4-BE49-F238E27FC236}">
                <a16:creationId xmlns:a16="http://schemas.microsoft.com/office/drawing/2014/main" id="{372BC8C1-3109-481A-9F27-017C48F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86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 xmlns:a="http://schemas.openxmlformats.org/drawingml/2006/main">
              <a:ext uri="{FF2B5EF4-FFF2-40B4-BE49-F238E27FC236}">
                <a16:creationId xmlns:a16="http://schemas.microsoft.com/office/drawing/2014/main" id="{91683FB6-1DF8-4A3F-9A1A-B4A8E242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F541B959-509A-4D5D-94CD-DBC2D992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D4D1FC70-81C2-44FF-BF1B-B670E3F0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766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건너뛰기 / 마지막 완료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F01CA571-8908-444D-B4E5-19FF77E6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766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상태를 저장하고 자유대화를 열기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00D4B671-02B3-4238-BD58-90476890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4288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</p:spTree>
    <p:extLst>
      <p:ext uri="{BB962C8B-B14F-4D97-AF65-F5344CB8AC3E}">
        <p14:creationId xmlns:p14="http://schemas.microsoft.com/office/powerpoint/2010/main" val="5492881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75AFC6-4BE6-4A05-B6EB-48FC60E9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3 — 음성 대화와 기록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91495C5-A772-4807-9100-5AC0A211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DF9EB0F-D70E-468C-AD40-33ED86C3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26B5B0EB-A72B-415B-89AE-A2E1F802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텍스트·STT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407C0E6A-1650-40C6-89C9-78790618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TTS·재시도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0F45F57E-4F23-47A2-8E9E-DD811A49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대시보드</a:t>
            </a:r>
          </a:p>
        </p:txBody>
      </p:sp>
      <p:pic>
        <p:nvPicPr>
          <p:cNvPr id="62" name="그림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f148c172947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63" name="그림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029e1041f46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73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A8A57F4B-1783-4E72-9337-EB9B5AE4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3676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B9279D8E-F586-48CF-A295-F02894B8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29075"/>
            <a:ext cx="3524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음성에서 기록까지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96931DE9-EE48-4AAB-813B-9FE84BB8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3524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인식 문장은 편집 후 전송하고 AI 응답은 텍스트와 TTS로 제공합니다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913ABFD3-B428-4726-B863-1DD08923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009650"/>
            <a:ext cx="10668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B21E6A34-D7C1-4C36-A1E9-6D907552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009650"/>
            <a:ext cx="14668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69BE88BC-61D1-494C-A0BB-F4EB92A0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00965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 xmlns:a="http://schemas.openxmlformats.org/drawingml/2006/main">
              <a:ext uri="{FF2B5EF4-FFF2-40B4-BE49-F238E27FC236}">
                <a16:creationId xmlns:a16="http://schemas.microsoft.com/office/drawing/2014/main" id="{84EDF48F-71FB-41E8-9968-12EDEB3D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47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 xmlns:a="http://schemas.openxmlformats.org/drawingml/2006/main">
              <a:ext uri="{FF2B5EF4-FFF2-40B4-BE49-F238E27FC236}">
                <a16:creationId xmlns:a16="http://schemas.microsoft.com/office/drawing/2014/main" id="{F2E8FCEF-A502-4E1F-869D-95002FD4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47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 xmlns:a="http://schemas.openxmlformats.org/drawingml/2006/main">
              <a:ext uri="{FF2B5EF4-FFF2-40B4-BE49-F238E27FC236}">
                <a16:creationId xmlns:a16="http://schemas.microsoft.com/office/drawing/2014/main" id="{3C18A375-6F13-40AF-91D0-FC7F4CB2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D597CC93-3B41-4061-A58D-C83073D6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6BACCD3E-691D-4AA5-A6A2-962F0FBE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382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챗봇 탭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2309C224-25CC-4A6C-A584-60029989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2382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진행 중 대화를 열거나 새 대화를 시작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2E410822-EE1A-4113-8F29-184F8E70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382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  <p:sp>
        <p:nvSpPr>
          <p:cNvPr id="26" name="화살표: 오른쪽 25">
            <a:extLst xmlns:a="http://schemas.openxmlformats.org/drawingml/2006/main">
              <a:ext uri="{FF2B5EF4-FFF2-40B4-BE49-F238E27FC236}">
                <a16:creationId xmlns:a16="http://schemas.microsoft.com/office/drawing/2014/main" id="{886D329D-EB28-4179-8E95-4D97F866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145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 xmlns:a="http://schemas.openxmlformats.org/drawingml/2006/main">
              <a:ext uri="{FF2B5EF4-FFF2-40B4-BE49-F238E27FC236}">
                <a16:creationId xmlns:a16="http://schemas.microsoft.com/office/drawing/2014/main" id="{647E503E-81B9-4921-92D5-0F1C6A66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 xmlns:a="http://schemas.openxmlformats.org/drawingml/2006/main">
              <a:ext uri="{FF2B5EF4-FFF2-40B4-BE49-F238E27FC236}">
                <a16:creationId xmlns:a16="http://schemas.microsoft.com/office/drawing/2014/main" id="{AA63B168-06D8-48AF-A0FB-BDBF035E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D955B884-AC68-4FC5-9560-0B356934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051A1C37-A37B-4A6E-B52B-6A3544A5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050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마이크 시작 → 정지</a:t>
            </a:r>
          </a:p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3D4A106A-1D11-4C82-AF9C-F5CE9FBD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050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인식 문장을 입력창에 채우고 편집 상태 유지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CCDD8CB6-A853-4BCC-9666-57919A77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0500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4288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33" name="화살표: 오른쪽 32">
            <a:extLst xmlns:a="http://schemas.openxmlformats.org/drawingml/2006/main">
              <a:ext uri="{FF2B5EF4-FFF2-40B4-BE49-F238E27FC236}">
                <a16:creationId xmlns:a16="http://schemas.microsoft.com/office/drawing/2014/main" id="{C868C134-C5C2-4645-B512-50E8A87A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 xmlns:a="http://schemas.openxmlformats.org/drawingml/2006/main">
              <a:ext uri="{FF2B5EF4-FFF2-40B4-BE49-F238E27FC236}">
                <a16:creationId xmlns:a16="http://schemas.microsoft.com/office/drawing/2014/main" id="{4433E7CC-0AD0-48BF-9B12-D2CC39E5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 xmlns:a="http://schemas.openxmlformats.org/drawingml/2006/main">
              <a:ext uri="{FF2B5EF4-FFF2-40B4-BE49-F238E27FC236}">
                <a16:creationId xmlns:a16="http://schemas.microsoft.com/office/drawing/2014/main" id="{2C6813B1-E96E-4F14-845F-9B135E3D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5DA4CAB0-1F0A-4414-8342-B6A64FA5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91E1C435-1C24-4E52-B6D2-9C8510D7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6AA69677-4A86-4B39-A118-84B14221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717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최종 문장을 저장하고 AI 응답을 요청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D6695030-0136-4AFF-8457-7E301F0A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응답</a:t>
            </a:r>
          </a:p>
        </p:txBody>
      </p:sp>
      <p:sp>
        <p:nvSpPr>
          <p:cNvPr id="40" name="화살표: 오른쪽 39">
            <a:extLst xmlns:a="http://schemas.openxmlformats.org/drawingml/2006/main">
              <a:ext uri="{FF2B5EF4-FFF2-40B4-BE49-F238E27FC236}">
                <a16:creationId xmlns:a16="http://schemas.microsoft.com/office/drawing/2014/main" id="{79BC46C5-03D0-4BB4-B21D-E64D8A5B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480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 xmlns:a="http://schemas.openxmlformats.org/drawingml/2006/main">
              <a:ext uri="{FF2B5EF4-FFF2-40B4-BE49-F238E27FC236}">
                <a16:creationId xmlns:a16="http://schemas.microsoft.com/office/drawing/2014/main" id="{CAB33FED-3D7F-479D-997E-4B2864A0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 xmlns:a="http://schemas.openxmlformats.org/drawingml/2006/main">
              <a:ext uri="{FF2B5EF4-FFF2-40B4-BE49-F238E27FC236}">
                <a16:creationId xmlns:a16="http://schemas.microsoft.com/office/drawing/2014/main" id="{F850A7AD-683A-468E-B5E0-0B8CE679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70A320B2-C796-4D07-B97A-554E3218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416838C2-B1C2-4211-A461-04C9A768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385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듣기·정지 / 종료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DA36BA13-1B08-488A-8977-AD05556C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385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TTS를 제어하거나 대화를 마감해 기록 반영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58B4B295-93C9-45EA-BB7F-CBCE519E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3850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4288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/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</a:t>
            </a:r>
          </a:p>
        </p:txBody>
      </p:sp>
      <p:sp>
        <p:nvSpPr>
          <p:cNvPr id="47" name="화살표: 오른쪽 46">
            <a:extLst xmlns:a="http://schemas.openxmlformats.org/drawingml/2006/main">
              <a:ext uri="{FF2B5EF4-FFF2-40B4-BE49-F238E27FC236}">
                <a16:creationId xmlns:a16="http://schemas.microsoft.com/office/drawing/2014/main" id="{80232191-DAA0-41B3-90C1-75502130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14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8" name="화살표: 오른쪽 47">
            <a:extLst xmlns:a="http://schemas.openxmlformats.org/drawingml/2006/main">
              <a:ext uri="{FF2B5EF4-FFF2-40B4-BE49-F238E27FC236}">
                <a16:creationId xmlns:a16="http://schemas.microsoft.com/office/drawing/2014/main" id="{CF23D9A9-A785-411C-A524-F2BDDEFD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14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9" name="타원 48">
            <a:extLst xmlns:a="http://schemas.openxmlformats.org/drawingml/2006/main">
              <a:ext uri="{FF2B5EF4-FFF2-40B4-BE49-F238E27FC236}">
                <a16:creationId xmlns:a16="http://schemas.microsoft.com/office/drawing/2014/main" id="{CD75B054-2BCF-4DCA-B295-E893FA2C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사각형: 둥근 모서리 49">
            <a:extLst xmlns:a="http://schemas.openxmlformats.org/drawingml/2006/main">
              <a:ext uri="{FF2B5EF4-FFF2-40B4-BE49-F238E27FC236}">
                <a16:creationId xmlns:a16="http://schemas.microsoft.com/office/drawing/2014/main" id="{A9F02E1F-4DFF-454A-967B-80514B7B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1" name="사각형: 둥근 모서리 50">
            <a:extLst xmlns:a="http://schemas.openxmlformats.org/drawingml/2006/main">
              <a:ext uri="{FF2B5EF4-FFF2-40B4-BE49-F238E27FC236}">
                <a16:creationId xmlns:a16="http://schemas.microsoft.com/office/drawing/2014/main" id="{EAEC7D32-873E-4D19-BB57-56D921DA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대시보드 막대</a:t>
            </a:r>
          </a:p>
        </p:txBody>
      </p:sp>
      <p:sp>
        <p:nvSpPr>
          <p:cNvPr id="52" name="사각형: 둥근 모서리 51">
            <a:extLst xmlns:a="http://schemas.openxmlformats.org/drawingml/2006/main">
              <a:ext uri="{FF2B5EF4-FFF2-40B4-BE49-F238E27FC236}">
                <a16:creationId xmlns:a16="http://schemas.microsoft.com/office/drawing/2014/main" id="{C02686B4-9D9E-4134-B03D-96BFFA6E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052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구간·AUQ X/56·이벤트 건수를 표시</a:t>
            </a:r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CEA83FB5-3488-4E0E-B863-1BBF6A57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52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NT-08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유지</a:t>
            </a:r>
          </a:p>
        </p:txBody>
      </p:sp>
    </p:spTree>
    <p:extLst>
      <p:ext uri="{BB962C8B-B14F-4D97-AF65-F5344CB8AC3E}">
        <p14:creationId xmlns:p14="http://schemas.microsoft.com/office/powerpoint/2010/main" val="47394473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2026-07-17T12:03:48.1220000Z</dcterms:created>
  <dcterms:modified xsi:type="dcterms:W3CDTF">2026-07-17T12:03:48.1230000Z</dcterms:modified>
</coreProperties>
</file>